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v2 UI Asset Catalog — 57 Assets for AI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10058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046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logo/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804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804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Logo + 書法字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515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77"/>
                </a:solidFill>
              </a:defRPr>
            </a:pPr>
            <a:r>
              <a:t>assets/ui-v2/logo/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63040"/>
            <a:ext cx="10058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361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</a:defRPr>
            </a:pPr>
            <a:r>
              <a:t>pet-avatar/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5361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5361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頭像外框 (4 狀態)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78308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77"/>
                </a:solidFill>
              </a:defRPr>
            </a:pPr>
            <a:r>
              <a:t>assets/ui-v2/pet-avatar/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194560"/>
            <a:ext cx="10058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2677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effects/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2677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2677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光暈 + 粒子 + 八卦符號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5146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77"/>
                </a:solidFill>
              </a:defRPr>
            </a:pPr>
            <a:r>
              <a:t>assets/ui-v2/effects/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926080"/>
            <a:ext cx="10058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9992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</a:defRPr>
            </a:pPr>
            <a:r>
              <a:t>feature-panel/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9992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99923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面板 UI 元素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46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77"/>
                </a:solidFill>
              </a:defRPr>
            </a:pPr>
            <a:r>
              <a:t>assets/ui-v2/feature-panel/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657600"/>
            <a:ext cx="10058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730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action-bar/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7307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73075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ActionBar 圖標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776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77"/>
                </a:solidFill>
              </a:defRPr>
            </a:pPr>
            <a:r>
              <a:t>assets/ui-v2/action-bar/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89120"/>
            <a:ext cx="10058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4622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4FF"/>
                </a:solidFill>
              </a:defRPr>
            </a:pPr>
            <a:r>
              <a:t>animations/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4622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4622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Lottie 動畫 (JSON)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7091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77"/>
                </a:solidFill>
              </a:defRPr>
            </a:pPr>
            <a:r>
              <a:t>assets/ui-v2/animations/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120640"/>
            <a:ext cx="10058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1937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</a:defRPr>
            </a:pPr>
            <a:r>
              <a:t>chat-bubble/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1937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1937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對話氣泡裝飾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44068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77"/>
                </a:solidFill>
              </a:defRPr>
            </a:pPr>
            <a:r>
              <a:t>assets/ui-v2/chat-bubble/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47 PNG + 10 Lottie JSON = 57 files 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263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See ASSET_PROMPTS.md for full AI generation prompts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Logo (3)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548640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5760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85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7784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logo-statusbar.png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85800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256x64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795528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Status bar app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978408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Chinese calligraphy '靈犀', gold brush stroke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548640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" y="12618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3716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243584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logo-splash.png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371600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512x512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481328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Splash screen 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1664208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Golden crystal orb with bagua rings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874520"/>
            <a:ext cx="548640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" y="19476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057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929384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logo-splash-text.png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057400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512x200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167128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Splash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2350008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靈犀 calligraphy + LingXi serif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Pet Avatar Frames (8)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"/>
            <a:ext cx="566928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2" y="5760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685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577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normal/avatar-frame.png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6858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256x256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7955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Normal circular frame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9784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Thin gold border, semi-transparent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188720"/>
            <a:ext cx="566928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1072" y="12618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13716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12435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999AA"/>
                </a:solidFill>
              </a:defRPr>
            </a:pPr>
            <a:r>
              <a:t>normal/float-shadow.png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13716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14813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Floating shadow ellipse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16642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Soft dark blur shadow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1874520"/>
            <a:ext cx="566928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91072" y="19476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2057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9293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eye-active/frame-eye.png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574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320x320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21671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Eye mode glow frame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23500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Double gold ring + outer aura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2560320"/>
            <a:ext cx="566928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91072" y="26334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2743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26151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eye-active/eye-symbol.png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27432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96x96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8529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Third Eye symbol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1072" y="30358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Vertical eye, gold iris + rays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3246120"/>
            <a:ext cx="566928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91072" y="33192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1072" y="34290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33009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heart-active/frame-heart.png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34290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320x320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35387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Heart mode glow frame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1072" y="37216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Green compass-style ring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3931920"/>
            <a:ext cx="566928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91072" y="40050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91072" y="4114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39867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heart-active/direction-ring.png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41148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384x384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3720" y="42245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Compass direction ring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2" y="44074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8 Chinese dir chars in circle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4617720"/>
            <a:ext cx="566928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291072" y="46908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91072" y="48006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46725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pearl-active/frame-pearl.png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48006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320x320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03720" y="49103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Pearl mode glow frame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91072" y="50932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Purple bagua ring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0" y="5303520"/>
            <a:ext cx="5669280" cy="62179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291072" y="53766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91072" y="5486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03720" y="53583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pearl-active/bagua-ring.png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54864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384x384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5961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Bagua symbol ring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91072" y="57790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8 trigrams in circle 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Effects (14) — Auras, Particles, Symbols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5760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85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77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eye/sparkle-particle.png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858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32x32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7955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Single gold sparkle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88696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4-pointed star, gold glow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292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5760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685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577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eye/gold-aura.png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6858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384x384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7955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Gold radial glow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88696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Radial gold fade to transparent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09728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" y="117043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12801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15214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heart/green-aura.png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28016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384x384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138988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Green radial glow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148132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Radial green fade to transparent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9728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1072" y="117043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12801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15214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heart/compass-needle.png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28016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64x192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38988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Compass needle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148132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Gold top, dark bottom, diamond shape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169164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72" y="176479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1874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174650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pearl/purple-aura.png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187452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384x384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19842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Purple radial glow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207568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Radial purple fade to transparent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69164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91072" y="176479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1874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174650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pearl/bagua-symbol-01.png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87452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19842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☰ 乾 (Qian)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207568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Three solid lines, purple glow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228600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7472" y="235915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24688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234086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pearl/bagua-symbol-02.png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246888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257860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☷ 坤 (Kun)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267004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Three broken lines, purple glow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228600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91072" y="235915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2" y="24688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234086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pearl/bagua-symbol-03.png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246888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257860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☳ 震 (Zhen)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1072" y="267004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Solid-broken-broken, purple glow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288036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47472" y="295351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3063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" y="293522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pearl/bagua-symbol-04.png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" y="306324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" y="317296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☴ 巽 (Xun)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" y="32644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Broken-solid-solid, purple glow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288036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291072" y="295351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1072" y="3063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293522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pearl/bagua-symbol-05.png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306324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317296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☵ 坎 (Kan)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072" y="326440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Broken-solid-broken, purple glow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347472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47472" y="35478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7472" y="36576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" y="35295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pearl/bagua-symbol-06.png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" y="36576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" y="37673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☲ 離 (Li)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" y="385876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Solid-broken-solid, purple glow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0" y="347472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291072" y="35478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91072" y="36576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03720" y="35295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pearl/bagua-symbol-07.png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36576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03720" y="37673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☶ 艮 (Gen)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91072" y="385876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Broken-broken-solid, purple glow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4320" y="406908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47472" y="414223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7472" y="4251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0120" y="412394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pearl/bagua-symbol-08.png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0120" y="425196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120" y="436168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☱ 兌 (Dui)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445312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Solid-solid-broken, purple glow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17920" y="406908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291072" y="414223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91072" y="4251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03720" y="412394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shared/panel-bg-pattern.png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03720" y="425196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512x512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03720" y="436168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Tileable BG pattern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91072" y="4453128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Faint gold cloud/wave motifs, 5% opacity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</a:defRPr>
            </a:pPr>
            <a:r>
              <a:t>Feature Panel UI (14) — Eye / Heart / Pearl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</a:defRPr>
            </a:pPr>
            <a:r>
              <a:t>Eye Panel (5)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" y="8046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86384"/>
            <a:ext cx="2880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eye/btn-camera.png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914400"/>
            <a:ext cx="2880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02412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Camera button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133856"/>
            <a:ext cx="35112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Camera + spiritual eye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353312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" y="1426464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53619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408176"/>
            <a:ext cx="2880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eye/progress-analyzing.png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536192"/>
            <a:ext cx="2880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64x64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645920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Scan status icon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1755648"/>
            <a:ext cx="35112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Face outline with scan 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1975104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472" y="2048256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15798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029968"/>
            <a:ext cx="2880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eye/step-face.png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157984"/>
            <a:ext cx="2880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48x48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267712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Step: detect 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2377440"/>
            <a:ext cx="35112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Face outline + dots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596896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472" y="2670048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27797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651760"/>
            <a:ext cx="2880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eye/step-features.png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2779776"/>
            <a:ext cx="2880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48x48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2889504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Step: analyze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2999232"/>
            <a:ext cx="35112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5 facial points highlighted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3218688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7472" y="329184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4015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273552"/>
            <a:ext cx="2880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eye/step-fortune.png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3401568"/>
            <a:ext cx="2880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48x48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351129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Step: read fortune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3621024"/>
            <a:ext cx="35112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Oracle scroll + golden light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57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</a:defRPr>
            </a:pPr>
            <a:r>
              <a:t>Heart Panel (3)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40" y="731520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79392" y="8046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9392" y="914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786384"/>
            <a:ext cx="2880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heart/compass-bg.png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914400"/>
            <a:ext cx="2880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256x256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102412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Mini compass 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9392" y="1133856"/>
            <a:ext cx="35112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Luopan with rings + markings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1353312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79392" y="1426464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79392" y="153619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1408176"/>
            <a:ext cx="2880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heart/gps-dot.png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1536192"/>
            <a:ext cx="2880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32x32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0" y="1645920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GPS indicator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9392" y="1755648"/>
            <a:ext cx="35112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Green pulsing dot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0" y="1975104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79392" y="2048256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79392" y="215798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92040" y="2029968"/>
            <a:ext cx="2880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heart/btn-analyze.png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2040" y="2157984"/>
            <a:ext cx="2880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2040" y="2267712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Analyze button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79392" y="2377440"/>
            <a:ext cx="35112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Compass + magnifier icon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4572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</a:defRPr>
            </a:pPr>
            <a:r>
              <a:t>Pearl Panel (6)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8160" y="731520"/>
            <a:ext cx="3749039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11312" y="8046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11312" y="914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23960" y="786384"/>
            <a:ext cx="29717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pearl/cat-career.png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914400"/>
            <a:ext cx="297179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96x96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23960" y="102412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Career category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11312" y="1133856"/>
            <a:ext cx="360273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Golden seal / stairs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38160" y="1353312"/>
            <a:ext cx="3749039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211312" y="1426464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11312" y="153619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23960" y="1408176"/>
            <a:ext cx="29717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pearl/cat-love.png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23960" y="1536192"/>
            <a:ext cx="297179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96x96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23960" y="164592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Love category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1312" y="1755648"/>
            <a:ext cx="360273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Red thread of fate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38160" y="1975104"/>
            <a:ext cx="3749039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211312" y="2048256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11312" y="215798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23960" y="2029968"/>
            <a:ext cx="29717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pearl/cat-family.png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23960" y="2157984"/>
            <a:ext cx="297179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96x96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23960" y="2267712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Family category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11312" y="2377440"/>
            <a:ext cx="360273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Chinese roof + warm light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38160" y="2596896"/>
            <a:ext cx="3749039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211312" y="2670048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11312" y="27797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23960" y="2651760"/>
            <a:ext cx="29717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pearl/cat-health.png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23960" y="2779776"/>
            <a:ext cx="297179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96x96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23960" y="2889504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Health category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11312" y="2999232"/>
            <a:ext cx="360273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Gourd / lotus + healing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138160" y="3218688"/>
            <a:ext cx="3749039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211312" y="329184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11312" y="34015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23960" y="3273552"/>
            <a:ext cx="29717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pearl/cat-study.png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23960" y="3401568"/>
            <a:ext cx="297179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96x96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823960" y="3511296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Study category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11312" y="3621024"/>
            <a:ext cx="360273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Scroll / brush + wisdom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38160" y="3840480"/>
            <a:ext cx="3749039" cy="54864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211312" y="391363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11312" y="40233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23960" y="3895344"/>
            <a:ext cx="29717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pearl/btn-divinate.png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23960" y="4023360"/>
            <a:ext cx="297179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23960" y="413308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Divinate button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11312" y="4242816"/>
            <a:ext cx="360273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Spirit lantern + trigrams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ActionBar Icons (6)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5760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85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7784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nurture/feed.png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85800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795528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Feed: golden elixir pill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950976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Spirit food, warm golden glow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161288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" y="123444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3441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216152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nurture/play.png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344168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453896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Play: luminous crystal ball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1609344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Bouncing orb, sparkle trail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819656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" y="1892808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002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874520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nurture/meditate.png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002536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112264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Meditate: lotus + halo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2267712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Zen meditation, calm energy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478024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7472" y="2551176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6609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532888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ability/eye.png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660904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2770632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Spirit Eye: Third Eye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2926080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Vertical eye, gold iris + rays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136392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72" y="3209544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3192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191256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ability/heart.png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319272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3429000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Spirit Heart: compass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3584448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Feng shui compass, green glow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3794759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7472" y="3867911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397763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3849623"/>
            <a:ext cx="4709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ability/soul.png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3977639"/>
            <a:ext cx="4709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128x128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087367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Spirit Soul: lantern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" y="4242815"/>
            <a:ext cx="53400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Chinese lantern, purple flame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99AA"/>
                </a:solidFill>
              </a:defRPr>
            </a:pPr>
            <a:r>
              <a:t>Chat Bubble Decor (4)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02920"/>
            <a:ext cx="566928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91072" y="576072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685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557784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bubble-corner.png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685800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24x24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79552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Bubble tail pointer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1072" y="950976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Small triangle, dark + gold border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1161288"/>
            <a:ext cx="566928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91072" y="123444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1072" y="13441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1216152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C107"/>
                </a:solidFill>
              </a:defRPr>
            </a:pPr>
            <a:r>
              <a:t>bubble-result-eye.png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1344168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48x48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145389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Eye result badge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1072" y="1609344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Gold eye icon badge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1819656"/>
            <a:ext cx="566928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91072" y="1892808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91072" y="2002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1874520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DE80"/>
                </a:solidFill>
              </a:defRPr>
            </a:pPr>
            <a:r>
              <a:t>bubble-result-heart.png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2002536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48x48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3720" y="211226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Heart result badge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2" y="2267712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Green compass icon badge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2478024"/>
            <a:ext cx="5669280" cy="59436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291072" y="2551176"/>
            <a:ext cx="548640" cy="4572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91072" y="26609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77"/>
                </a:solidFill>
              </a:defRPr>
            </a:pPr>
            <a:r>
              <a:t>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532888"/>
            <a:ext cx="4892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</a:defRPr>
            </a:pPr>
            <a:r>
              <a:t>bubble-result-pearl.png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2660904"/>
            <a:ext cx="4892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48x48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03720" y="2770632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Pearl result badge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91072" y="2926080"/>
            <a:ext cx="5522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Prompt: Purple trigram icon badge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B4FF"/>
                </a:solidFill>
              </a:defRPr>
            </a:pPr>
            <a:r>
              <a:t>Animations — Lottie JSON (10)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Format: Lottie JSON  |  Tools: After Effects + Bodymovin / LottieFiles / Rive  |  See ASSET_PROMPTS.md for keyframe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8580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758952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822960"/>
            <a:ext cx="16459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932688"/>
            <a:ext cx="210311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042416"/>
            <a:ext cx="25603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152144"/>
            <a:ext cx="30175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722376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700"/>
                </a:solidFill>
              </a:defRPr>
            </a:pPr>
            <a:r>
              <a:t>pet-float.json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72237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[Loop] 3s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88696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Normal floating/breathing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033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Y-axis sin curve +-6px, scale 0.98~1.02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4416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68580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758952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822960"/>
            <a:ext cx="164592" cy="5486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932688"/>
            <a:ext cx="210311" cy="5486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1042416"/>
            <a:ext cx="256032" cy="5486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1152144"/>
            <a:ext cx="301752" cy="5486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722376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C107"/>
                </a:solidFill>
              </a:defRPr>
            </a:pPr>
            <a:r>
              <a:t>eye-pulse.json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72237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[Loop] 2s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88696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Gold border pulsing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1033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Opacity 0.3~1.0, outer glow scale 1.0~1.15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34416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178308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1856232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" y="1920240"/>
            <a:ext cx="164592" cy="54864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2029968"/>
            <a:ext cx="210311" cy="54864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1480" y="2139696"/>
            <a:ext cx="256032" cy="54864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" y="2249424"/>
            <a:ext cx="301752" cy="54864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1819656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</a:defRPr>
            </a:pPr>
            <a:r>
              <a:t>heart-compass-rotate.json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181965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[Loop] 8s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198424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Direction ring rotation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21305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Clockwise 360deg, green glow breath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24414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78308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1856232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1920240"/>
            <a:ext cx="164592" cy="54864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55080" y="2029968"/>
            <a:ext cx="210311" cy="54864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55080" y="2139696"/>
            <a:ext cx="256032" cy="54864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55080" y="2249424"/>
            <a:ext cx="301752" cy="54864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1819656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</a:defRPr>
            </a:pPr>
            <a:r>
              <a:t>pearl-bagua-rotate.json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181965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[Loop] 6s/1.5s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0" y="198424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Bagua ring rotation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21305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CCW rotation, accelerate on shake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4414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288036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5760" y="2953512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11480" y="3017520"/>
            <a:ext cx="164592" cy="5486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11480" y="3127248"/>
            <a:ext cx="210311" cy="5486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11480" y="3236976"/>
            <a:ext cx="256032" cy="5486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11480" y="3346704"/>
            <a:ext cx="301752" cy="5486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4480" y="2916936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C107"/>
                </a:solidFill>
              </a:defRPr>
            </a:pPr>
            <a:r>
              <a:t>eye-sparkles.json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291693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[Loop] 3s loop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308152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Gold floating particles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3227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6-8 sparkles random drift, fade in/out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353872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288036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09360" y="2953512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55080" y="3017520"/>
            <a:ext cx="16459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55080" y="3127248"/>
            <a:ext cx="210311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55080" y="3236976"/>
            <a:ext cx="25603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355080" y="3346704"/>
            <a:ext cx="30175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0" y="2916936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700"/>
                </a:solidFill>
              </a:defRPr>
            </a:pPr>
            <a:r>
              <a:t>progress-fill.json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291693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[Driven] driven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0" y="308152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Progress bar fill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3227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Gold gradient fill L→R with shimmer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353872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" y="3977639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65760" y="4050791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11480" y="4114799"/>
            <a:ext cx="164592" cy="548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11480" y="4224527"/>
            <a:ext cx="210311" cy="548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1480" y="4334255"/>
            <a:ext cx="256032" cy="548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11480" y="4443983"/>
            <a:ext cx="301752" cy="548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54480" y="4014215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</a:defRPr>
            </a:pPr>
            <a:r>
              <a:t>camera-shutter.json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97680" y="4014215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[Once] 300ms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54480" y="4178807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Camera shutter press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54480" y="432511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Shrink→flash→restore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4636007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0" y="3977639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309360" y="4050791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355080" y="4114799"/>
            <a:ext cx="164592" cy="54864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355080" y="4224527"/>
            <a:ext cx="210311" cy="54864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355080" y="4334255"/>
            <a:ext cx="256032" cy="54864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355080" y="4443983"/>
            <a:ext cx="301752" cy="54864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98080" y="4014215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</a:defRPr>
            </a:pPr>
            <a:r>
              <a:t>shaking-vibrate.json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41280" y="4014215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[Once] 1.5s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8080" y="4178807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Shaking vibration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8080" y="432511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X offset +-5px, gradually calm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4636007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74320" y="507492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365760" y="5148072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11480" y="5212080"/>
            <a:ext cx="16459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11480" y="5321808"/>
            <a:ext cx="210311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11480" y="5431536"/>
            <a:ext cx="25603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11480" y="5541264"/>
            <a:ext cx="301752" cy="54864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554480" y="5111496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700"/>
                </a:solidFill>
              </a:defRPr>
            </a:pPr>
            <a:r>
              <a:t>result-appear.json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97680" y="511149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[Once] 500ms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54480" y="527608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Chat bubble entrance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54480" y="5422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Slide up + fade in + spring bounce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760" y="573328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17920" y="507492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309360" y="5148072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66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355080" y="5212080"/>
            <a:ext cx="164592" cy="54864"/>
          </a:xfrm>
          <a:prstGeom prst="roundRect">
            <a:avLst>
              <a:gd name="adj" fmla="val 5000"/>
            </a:avLst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355080" y="5321808"/>
            <a:ext cx="210311" cy="54864"/>
          </a:xfrm>
          <a:prstGeom prst="roundRect">
            <a:avLst>
              <a:gd name="adj" fmla="val 5000"/>
            </a:avLst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355080" y="5431536"/>
            <a:ext cx="256032" cy="54864"/>
          </a:xfrm>
          <a:prstGeom prst="roundRect">
            <a:avLst>
              <a:gd name="adj" fmla="val 5000"/>
            </a:avLst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6355080" y="5541264"/>
            <a:ext cx="301752" cy="54864"/>
          </a:xfrm>
          <a:prstGeom prst="roundRect">
            <a:avLst>
              <a:gd name="adj" fmla="val 5000"/>
            </a:avLst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98080" y="5111496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AA"/>
                </a:solidFill>
              </a:defRPr>
            </a:pPr>
            <a:r>
              <a:t>panel-collapse.json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41280" y="511149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AA"/>
                </a:solidFill>
              </a:defRPr>
            </a:pPr>
            <a:r>
              <a:t>[Once] 400ms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98080" y="527608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Panel dismiss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98080" y="5422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AA"/>
                </a:solidFill>
              </a:defRPr>
            </a:pPr>
            <a:r>
              <a:t>Height→0, opacity→0, ease-out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09360" y="573328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See ASSET_PROMPTS.md for detailed keyframe prompts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