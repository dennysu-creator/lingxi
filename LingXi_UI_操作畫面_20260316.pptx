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97280"/>
            <a:ext cx="8534095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5486400"/>
            <a:ext cx="8534095" cy="25400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4630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C547"/>
                </a:solidFill>
                <a:latin typeface="Microsoft JhengHei"/>
              </a:defRPr>
            </a:pPr>
            <a:r>
              <a:t>靈犀 LING XI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App UI 操作畫面說明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7D5E"/>
                </a:solidFill>
                <a:latin typeface="Microsoft JhengHei"/>
              </a:defRPr>
            </a:pPr>
            <a:r>
              <a:t>AI 命理寵物互動應用程式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89A30"/>
                </a:solidFill>
                <a:latin typeface="Microsoft JhengHei"/>
              </a:defRPr>
            </a:pPr>
            <a:r>
              <a:t>v1.0.0  ·  2026-03-16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0292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有泉科技 YouQuan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01  登入 / 註冊畫面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app/auth.tsx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0876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登入模式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1907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66928" y="192938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🔮 靈犀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3969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00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繼續使用 Apple 帳號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7063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───── 或 ─────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8094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66928" y="319125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登入帳號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015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66928" y="3611879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電子郵件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822191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your@email.com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03250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密碼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24281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••••••••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5312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566928" y="466344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    登     入     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7375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566928" y="508406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沒有帳號？ 註冊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1188720"/>
            <a:ext cx="274320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2628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註冊模式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171907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584448" y="192938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🔮 靈犀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213969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23500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584448" y="256032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繼續使用 Apple 帳號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277063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───── 或 ─────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98094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3584448" y="319125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註冊帳號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8" y="34015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3584448" y="3611879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姓名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4448" y="3822191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請輸入你的名字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403250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電子郵件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424281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your@email.com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4448" y="445312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密碼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466344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請輸入密碼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87375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3584448" y="508406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    註     冊     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4448" y="529437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已有帳號？ 登入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1188720"/>
            <a:ext cx="512064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12801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🔐 認證方式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Apple Sign-In — iOS 原生按鈕（請求 fullName + email）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Email / Password 登入 — JWT token 存於 AsyncStorage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Email / Password 註冊 — 必填：姓名、電子郵件、密碼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底部連結切換 登入 ↔ 註冊 模式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3246120"/>
            <a:ext cx="5120640" cy="1463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3337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💡 UX 處理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認證中：全螢幕 Loading overlay +「認證中...」Spinner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錯誤：紅色邊框卡片顯示具體錯誤訊息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Logo：「靈犀」毛筆字 56px + 金色光暈陰影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輸入框：金色微透明底 + 金色細邊框 + 圓角 12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4937760"/>
            <a:ext cx="5120640" cy="1371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50292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⚙️ 後端路由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POST /auth/login — Email 密碼登入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POST /auth/register — 註冊（含 email 格式 + 生日範圍驗證）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POST /auth/apple — Apple Sign-In JWT 驗證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POST /auth/refresh — Token 自動更新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02  新手引導流程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app/onboarding.tsx — Step 0~2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377440" cy="484632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Step 0 · 語言選擇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84048" y="192938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3969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84048" y="235000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選擇語言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032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請選擇你偏好的語言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84048" y="298094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🇹🇼 繁體中文       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9125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🇨🇳 简体中文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0156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🇯🇵 日本語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🇺🇸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22191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🇩🇪 Deutsch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03250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🇫🇷 Français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24281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84048" y="445312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  下 一 步   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1188720"/>
            <a:ext cx="2377440" cy="484632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9476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Step 1 · 歡迎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35808" y="1719072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3035808" y="192938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213969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035808" y="235000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256032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2770632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035808" y="298094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AI 面相 · 八字命理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19125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紫微斗數 · 奇門遁甲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5808" y="340156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靈寵陪伴 · 即時風水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3611879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035808" y="3822191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— 你的隨身玄學生活顧問 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5808" y="403250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3035808" y="424281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3035808" y="445312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3035808" y="466344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 開始體驗 ✦  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1188720"/>
            <a:ext cx="2377440" cy="484632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4652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79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Step 2 · 姓名輸入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7568" y="1719072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5687568" y="192938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你是誰？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7568" y="213969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5687568" y="235000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請告訴靈犀你的名字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87568" y="256032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讓靈寵認識你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87568" y="2770632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9" name="TextBox 48"/>
          <p:cNvSpPr txBox="1"/>
          <p:nvPr/>
        </p:nvSpPr>
        <p:spPr>
          <a:xfrm>
            <a:off x="5687568" y="298094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稱呼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87568" y="319125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┌────────────┐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87568" y="340156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請輸入你的名字  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87568" y="3611879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或暱稱          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87568" y="3822191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└────────────┘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87568" y="4032504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(最多 20 字元)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87568" y="4242816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5687568" y="4453128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5687568" y="4663440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5687568" y="4873752"/>
            <a:ext cx="21579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  下 一 步   ┃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1188720"/>
            <a:ext cx="3566160" cy="4846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128016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📝 引導說明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共 5 步驟（0~4），進度點顯示當前位置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Step 0 — 語言選擇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自動偵測裝置語系（Hant→繁中）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6 種語言，選擇後 UI 即時切換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選中項金色高亮 + ✓ 標記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Step 1 — 品牌展示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列出 6 大核心功能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毛筆字「靈犀」fontSize 48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Step 2 — 姓名輸入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必填欄位，空白時按鈕禁用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最多 20 字元限制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所有輸入框：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金色微透明底 + 金色邊框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•   宋體字型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02  新手引導流程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Step 3 生辰資料 → Step 4 靈寵召喚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92608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1732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Step 3 · 生辰輸入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你的生辰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2938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八字命理需要精確的出生時間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3969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84048" y="235000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☀ 國曆（西元） │ 🌙 農曆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032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出生日期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8094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┌───┐┌───┐┌───┐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9125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年  ││ 月  ││ 日  │ ← 滾輪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0156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└───┘└───┘└───┘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(1930~2026)(1~12)(動態)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22191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84048" y="403250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出生時辰（橫向捲動）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24281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子 丑 寅 卯 辰 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45312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午 未 申 酉 戌 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[不知道時辰] (預設)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7375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84048" y="508406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性別:  ♂ 男  │  ♀ 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29437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384048" y="550468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[返回]    [召喚靈寵 ✦]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1188720"/>
            <a:ext cx="292608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1772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Step 4 · 靈寵降臨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171907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3584448" y="192938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🦌 (80px)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213969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3584448" y="235000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靈寵已降臨！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84448" y="256032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「青芽鹿」已與你建立靈犀之約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277063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584448" y="298094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紫微命盤: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319125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命宮主星 + 性格描述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4448" y="340156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西洋占星: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3611879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♓ 雙魚座 · 水 · 海王星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3822191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3584448" y="403250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解鎖路線圖: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424281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Lv.1 💬 Lv.3 🔔 Lv.5 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445312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Lv.8 🧭 Lv.10 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466344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4" name="TextBox 43"/>
          <p:cNvSpPr txBox="1"/>
          <p:nvPr/>
        </p:nvSpPr>
        <p:spPr>
          <a:xfrm>
            <a:off x="3584448" y="487375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免費版│會員版│至尊版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508406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3584448" y="529437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 進入靈犀 ✦  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1188720"/>
            <a:ext cx="5029200" cy="25603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1280160"/>
            <a:ext cx="47548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📅 Step 3 細節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曆法切換：國曆 ↔ 農曆（含閏月處理）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WheelPicker 滾輪選擇器：iOS 風格, 5 項可見, 44px/項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選中: 18px 金色粗體 + 金色指示條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相鄰: 16px 灰色 → 遠端: 14px 半透明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  外部 selectedIndex 變更時自動重新滾動 (已修復)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12 時辰：子時(23-01) 到 亥時(21-23)，含「不知道」選項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性別：♂/♀ Toggle，影響八字計算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75120" y="3977639"/>
            <a:ext cx="502920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4069079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🐉 Step 4 細節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根據生日節氣自動配對 24 靈寵之一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顯示紫微斗數命盤摘要（命宮主星 + 性格）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顯示西洋占星（星座 emoji + 元素 + 守護星）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解鎖路線圖：Lv.1→3→5→8→10 五個里程碑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三方案預覽：免費/會員($390)/至尊($1990)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完成後存入 user-store + 同步後端 → 導航至主畫面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03  主畫面 — 靈寵互動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app/(tabs)/pet.tsx — 核心畫面，兩種狀態佈局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2588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一般狀態（無功能啟動）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靈犀     3月16日·午時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2938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Lv.5 青芽鹿 · 木系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3969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84048" y="23500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 🦌 (浮動動畫)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032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Lv.5 青芽鹿 · 木系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████░░ EXP 65%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8094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★★★★★ 進化 2/5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9125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84048" y="34015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[對話區 PetChat]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🦌 青芽鹿  10:30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22191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今日運勢概覽...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03250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財運 ████ 桃花 ███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24281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384048" y="445312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🍖餵食 🎾玩耍 🧘冥想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👁靈眼  🌍靈心  🏮靈魂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1188720"/>
            <a:ext cx="274320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功能啟動狀態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171907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靈犀     3月16日·午時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192938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Lv.5 青芽鹿 · 木系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213969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3401568" y="235000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┌──────────────┐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256032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    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77063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[功能面板區域]   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298094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靈眼/靈心/靈魂   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319125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佔據全部空間     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34015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    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3611879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頭像+對話隱藏    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3822191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最大操作空間     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4032504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    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4242816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└──────────────┘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445312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3401568" y="4663440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👁靈眼  🌍靈心  🏮靈魂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4873752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(養成列隱藏, 僅功能列)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1188720"/>
            <a:ext cx="530352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12801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📱 Status Bar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左:「靈犀」毛筆字 18px 金色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中:「{月}月{日}日 · {時辰}時」11px (flex:1, 置中)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右:「Lv.{n} {petName} · {element}系」11px 灰色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paddingTop 54 (SafeArea)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063240"/>
            <a:ext cx="256032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154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🍖 養成操作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餵食 🍖 +50 EXP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玩耍 🎾 +30 EXP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冥想 🧘 +20 EXP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經驗值 ×1.3/級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每 10 級進化一次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063240"/>
            <a:ext cx="256032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3154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✨ 功能切換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👁 靈眼 → 面相分析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🌍 靈心 → 風水羅盤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🏮 靈魂 → 易經占卜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再按同鈕 → 關閉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啟動時金色高亮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120640"/>
            <a:ext cx="5303520" cy="11887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212079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🦌 PetAvatar 靈寵頭像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浮動動畫：正弦波 ±6px, 1500ms 週期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功能啟動時：邊框變色 + 脈衝縮放 1.0~1.08 + 功能 icon 浮現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EXP 進度條：70% 寬金色填充 | 5 顆進化星星 | 「進化階段 n/5」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04  靈眼模式 — AI 面相分析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components/features/PetEyeMode.tsx — 4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188720"/>
            <a:ext cx="2286000" cy="45720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Phase 1: 拍照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71907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               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92938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13969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📷 前置相機  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35000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(240px高)   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60320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╭────╮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77063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│ 👤   │  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98094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│橢圓框│ 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19125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╰────╯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40156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611879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正在凝視你的面相...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822191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92608" y="403250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292608" y="424281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👁 啟動靈寵之眼 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1188720"/>
            <a:ext cx="2286000" cy="45720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7472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Phase 2: 預覽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171907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               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61488" y="192938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1488" y="213969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📸 拍攝結果  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235000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(200px高)   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2560320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277063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已拍照片    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298094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             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319125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340156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2761488" y="3611879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2761488" y="3822191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761488" y="403250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2761488" y="424281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[重拍]    [開始分析]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1188720"/>
            <a:ext cx="2286000" cy="45720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94360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79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Phase 3: 分析中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171907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5230368" y="192938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╭────╮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213969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│ 🧑  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0368" y="235000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│· · ·│ 偵測點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0368" y="2560320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╰────╯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0368" y="277063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5230368" y="298094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發現了！看到了...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319125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5230368" y="340156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68%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0368" y="3611879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面相推算中...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3822191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████████░░░░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0368" y="403250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1" name="Rounded Rectangle 50"/>
          <p:cNvSpPr/>
          <p:nvPr/>
        </p:nvSpPr>
        <p:spPr>
          <a:xfrm>
            <a:off x="7589520" y="1188720"/>
            <a:ext cx="2286000" cy="45720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41248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Phase 4: 結果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9248" y="171907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7699248" y="192938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中吉 (毛筆46px)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99248" y="213969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★★★★☆  80分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9248" y="235000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7699248" y="2560320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靈寵解讀: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9248" y="2770632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天庭飽滿...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99248" y="298094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7699248" y="319125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天庭 ████░ 82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9248" y="340156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眉運 ███░░ 75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99248" y="3611879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眼運 ████░ 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99248" y="3822191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鼻運 ███░░ 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9248" y="4032504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口運 ████░ 85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99248" y="4242816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7699248" y="4453128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🍀 幸運物: ...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99248" y="4663440"/>
            <a:ext cx="206654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[重新分析]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058400" y="1188720"/>
            <a:ext cx="1828800" cy="4572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95560" y="1280160"/>
            <a:ext cx="1554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技術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前鏡頭拍攝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Base64 編碼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→ Claude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  Vision API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結果→對話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氣泡存入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chat-store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進度文字: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掃描面部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五官定位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面相推算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靈寵解讀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模型依方案: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free→Haiku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member→Son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supreme→Op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05  靈心模式 — 即時風水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components/features/PetHeartMode.tsx — GPS + 羅盤 + 奇門遁甲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92608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64C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1732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C880"/>
                </a:solidFill>
                <a:latin typeface="Microsoft JhengHei"/>
              </a:defRPr>
            </a:pPr>
            <a:r>
              <a:t>靈心操作畫面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                    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2938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🟢 GPS 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3969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25.0330°N, 121.5654°E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5000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台北市中正區...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032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正在感應能量...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84048" y="298094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┌────────┐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9125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  N 北 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0156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 W 🧭 E  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    ↑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22191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│  S 南    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03250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└────────┘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24281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靈寵能量羅盤 · 午時 · 180°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45312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✦ 吉方: 東南   ⚠ 凶方: 西北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7375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84048" y="508406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🧭 啟動靈寵之心 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1188720"/>
            <a:ext cx="411480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79" y="128016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🧭 羅盤元件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140×140px 圓形，跟隨裝置磁力計即時旋轉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8 方位標示：北/東北/東/東南/南/西南/西/西北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吉方：金色粗體 + 金色圓點 ● (奇門遁甲計算)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凶方：紅色顯示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指北針：紅白雙色, 3px 寬 40px 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703320"/>
            <a:ext cx="411480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79" y="3794759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📍 GPS 資訊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expo-location 座標 + 反向地理編碼取得地名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GPS 卡片 + 靈寵感應合併單行（節省空間）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定位失敗→「定位中...」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按鈕固定底部 bottomBar 佈局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188720"/>
            <a:ext cx="3931920" cy="22860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128016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🔮 分析結果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靈寵解讀卡：AI 位置風水分析文字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建議卡片：icon + 文字 tip 清單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座位建議：辦公/讀書最佳朝向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3×3 九宮格八門方位圖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結果同時送入對話記錄 (chat-store)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703320"/>
            <a:ext cx="393192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3794759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⚙️ 技術實作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本地：奇門遁甲 qimen-engine.ts → 八門九星配置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遠端：Claude API 深度位置風水解讀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expo-sensors Magnetometer + expo-location 同時運作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模型：free→Haiku / member→Sonnet / supreme→Opus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5577840"/>
            <a:ext cx="8321040" cy="731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79" y="5669279"/>
            <a:ext cx="8046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按鈕狀態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分析前: 🧭「啟動靈寵之心」(綠色調)  |  分析中: 🔄「靈寵正在感應中...」(opacity 0.6)  |  有結果: 可重新分析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06  靈魂模式 — 易經占卜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components/features/PetPearlMode.tsx — 六十四卦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188720"/>
            <a:ext cx="24688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Phase 1: 選擇提問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7190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                   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92938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為你感應天地靈氣...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13969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92608" y="235000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選擇問事類別: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560320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💼事業 ❤️感情 🏠家庭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77063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  💪健康 📚學業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298094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292608" y="31912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請輸入你想問的事情（可留空）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40156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┌────────────┐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611879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這筆投資是否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" y="3822191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│ 該進行？        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403250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└────────────┘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24281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(最多 100 字)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445312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292608" y="4663440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┃ 🏮 啟動靈寵之魂 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" y="487375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(未選類別時禁用)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1188720"/>
            <a:ext cx="24688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4904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Phase 2: 搖卦動畫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44368" y="17190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2944368" y="192938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2944368" y="213969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2944368" y="235000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☰ ☷ ☳ 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560320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☵ ☲ ☶ 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277063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2944368" y="298094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靈珠運轉中...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44368" y="31912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2944368" y="340156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正在連接靈界...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3611879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2944368" y="3822191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2944368" y="403250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(裝置震動回饋)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44368" y="424281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(1.5 秒動畫)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1188720"/>
            <a:ext cx="2468880" cy="502920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Phase 3: 卦象結果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171907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5596128" y="192938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☰  (64px)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6128" y="213969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第1卦 · 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235000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5596128" y="2560320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「元亨利貞」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6128" y="2770632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5596128" y="298094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大吉  (verdict badge)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96128" y="319125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事業類別解讀...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340156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行動指引...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96128" y="3611879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時機建議...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96128" y="3822191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5596128" y="4032504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上卦:乾 下卦:乾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96128" y="4242816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五行:金  吉凶:大吉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96128" y="4453128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5596128" y="4663440"/>
            <a:ext cx="22494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📤分享   [重新求籤]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29600" y="1188720"/>
            <a:ext cx="3657600" cy="20116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12801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🎴 卦象解讀內容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卦象符號 (64px) + 第 N 卦名 (20px 金色宋體)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卦辭 (Oracle)：金色框，letterSpacing 4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吉凶 badge：大吉=金 中吉=綠 小吉=藍 平=灰 小凶=紅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變卦卡（紫色調）：變卦符號 + 卦名 + 變爻位置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靈寵解籤卡（藍色調）：{emoji} + AI 解讀文字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3429000"/>
            <a:ext cx="3657600" cy="1463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60" y="35204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🔧 互動功能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5 類別必選，自由輸入問題可選 (100字)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搖卦震動 [0, 80, 60, 80, 60, 80, 60, 150]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📤 分享籤詩 + 重新求籤按鈕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結果送入 chat-store 對話記錄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120640"/>
            <a:ext cx="3657600" cy="10972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5212079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⚙️ 技術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hexagram-engine.ts 本地 64 卦完整運算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Claude API 深度解卦（依方案選模型）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Vibration API 震動回饋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07  個人檔案 / 設定畫面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app/(tabs)/profile.tsx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92608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1732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我的（上半）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92938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84048" y="213969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🦌 用戶名稱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5000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Lv.5 青芽鹿 · 木屬性 · 驚蟄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032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[免費版]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84048" y="298094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⭐ 升級會員解鎖更多功能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9125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84048" y="340156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語言設定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🇹🇼 繁體中文  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22191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84048" y="403250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命盤資料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24281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八字: 壬申 丁未 癸卯 甲午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45312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紫微主星: 天機星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西洋星座: 雙魚座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7375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節氣靈寵: 🦌 青芽鹿（驚蟄）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1188720"/>
            <a:ext cx="292608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17720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我的（下半）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171907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584448" y="192938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其他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213969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3584448" y="235000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🔔 推播通知             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256032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584448" y="277063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📄 隱私政策             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298094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3584448" y="319125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📋 服務條款             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340156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3584448" y="3611879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ℹ️  關於靈犀             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3822191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3584448" y="4032504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🔄 恢復購買             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4242816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3584448" y="4453128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3584448" y="4663440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🚪 登出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4448" y="4873752"/>
            <a:ext cx="27066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(紅色文字, 確認對話框)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0" y="1188720"/>
            <a:ext cx="493776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03720" y="12801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👤 使用者資訊卡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靈寵 emoji (36px) + 用戶名 (粗宋體 18px 金色)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副標: Lv.{n} {petName} · {element}屬性 · {solarTerm}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方案 badge: 免費版(金底) / 靈犀會員(金底) / 靈犀至尊(紫底)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免費用戶: 顯示升級 CTA 金色卡片 → 開啟 UpgradeModal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0" y="3063240"/>
            <a:ext cx="4937760" cy="146304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31546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📅 命盤資料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八字四柱: 年柱/月柱/日柱/時柱 天干地支組合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紫微斗數: 命宮主星名稱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西洋占星: 中文星座名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節氣靈寵: emoji + 寵物名 + 節氣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4754880"/>
            <a:ext cx="493776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48463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⚙️ 系統設定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語言切換: 底部滑出選單, 6 語言 + 國旗, 選中 ✓ 高亮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隱私政策 / 服務條款: 外部瀏覽器開啟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關於靈犀: 顯示「靈犀 v1.0.0」Alert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恢復購買: RevenueCat restorePurchases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登出: 確認對話框 → 清除 AsyncStorage + 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08  升級彈窗 / 訂閱方案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components/UpgradeModal.tsx + RevenueCat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200400" cy="5120640"/>
          </a:xfrm>
          <a:prstGeom prst="roundRect">
            <a:avLst/>
          </a:prstGeom>
          <a:solidFill>
            <a:srgbClr val="0E0E16"/>
          </a:solidFill>
          <a:ln w="254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79" y="1243584"/>
            <a:ext cx="640080" cy="109728"/>
          </a:xfrm>
          <a:prstGeom prst="roundRect">
            <a:avLst/>
          </a:prstGeom>
          <a:solidFill>
            <a:srgbClr val="1A1A25"/>
          </a:solidFill>
          <a:ln w="12700">
            <a:solidFill>
              <a:srgbClr val="1A1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升級彈窗 (UpgradeModal)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719072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84048" y="1929384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🦌 主人，今天的次數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139696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用完了...升級的話，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50008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我能幫你做更多喔！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560320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84048" y="2770632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⭐ 靈犀會員    $390/月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980944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· 靈眼/靈心/靈魂 5次/日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91256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· 靈寵等級上限 Lv.20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01568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· AI 深度解讀 (Sonnet)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11879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┃  立即升級  ┃ (金色)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22191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84048" y="4032504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👑 靈犀至尊    $1990/月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242816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· 全功能無限使用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453128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· 靈寵等級無上限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· 專屬進化 + 皮膚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73752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  ┃  立即升級  ┃ (紫色)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84064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JhengHe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84048" y="5294376"/>
            <a:ext cx="2980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明天再來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1188720"/>
            <a:ext cx="7863840" cy="36576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💎 訂閱方案比較表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功能項目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7373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免費版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⭐ 會員 $390/月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👑 至尊 $1990/月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2103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每日使用次數/功能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10312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1 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103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5 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103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無限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404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靈寵等級上限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40487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Lv.10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2404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Lv.20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4048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無上限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706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進化階段上限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70662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1 階段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2706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2 階段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27066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5 階段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30083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AI 分析模型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00837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Haiku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0083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Sonnet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0083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Opus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Lv.10+ 加成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331012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+1 次/日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+1 次/日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310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N/A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3611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Lv.20+ 加成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6118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Microsoft JhengHei"/>
              </a:defRPr>
            </a:pPr>
            <a:r>
              <a:t>+2 總次數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611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8C547"/>
                </a:solidFill>
                <a:latin typeface="Microsoft JhengHei"/>
              </a:defRPr>
            </a:pPr>
            <a:r>
              <a:t>+2 總次數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3611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JhengHei"/>
              </a:defRPr>
            </a:pPr>
            <a:r>
              <a:t>N/A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0480" y="5074920"/>
            <a:ext cx="3749039" cy="12801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77640" y="516635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⚡ 觸發條件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每日使用次數用盡 → 自動彈出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靈寵等級達方案上限 → 自動彈出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Profile 頁手動點擊升級 CTA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0" y="5074920"/>
            <a:ext cx="3931920" cy="12801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60" y="5166359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🔧 付費整合 (RevenueCat)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Product: lingxi_member_monthly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Product: lingxi_supreme_monthly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• Webhook: POST /webhook/revenuecat (原始 body 簽名驗證)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09  對話氣泡系統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components/PetBubble.tsx — 11 種訊息類型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533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🔮  每日運勢  (fortune)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64591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5 維分數條 (財/桃/事/健/學)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2879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吉方+幸運色+幸運數字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116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總分+靈寵評語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28016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1568" y="13533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👁  面相結果  (face)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164591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5 官分數 (天庭/眉/眼/鼻/口)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82879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總分+星級+幸運物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0116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方位+數字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3533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🧭  風水結果  (fengshui)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64591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3×3 九宮格方位圖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82879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八門標註 吉=金/凶=紅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0116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座位建議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28016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3533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🏮  占卜結果  (divination)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64591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卦象符號 40px + 卦名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182879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卦辭 Oracle 引用框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0116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上下卦/五行/吉凶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1752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090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🍖  餵食  (feed)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33832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+50 EXP badge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5661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金色背景高亮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301752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1568" y="3090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🎾  玩耍  (play)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33832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+30 EXP badge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35661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金色背景高亮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01752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3090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🧘  冥想  (meditate)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3832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+20 EXP badge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5661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金色背景高亮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017520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30906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⬆️  升級  (levelup)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3383279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Lv.{n} badge 金色底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728" y="356616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新等級顯示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54879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48280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✨  進化  (evolve)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1206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進化階段 badge 紫色底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53035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新形態顯示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4754879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1568" y="48280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💬  文字  (text)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1568" y="51206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純文字靈寵回應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4754879"/>
            <a:ext cx="2743200" cy="155448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482803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⚙️  系統  (system)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27648" y="51206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• 系統通知/狀態變更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共用格式: 靈寵 emoji + 名字 + HH:MM 時間戳 | 左對齊 | 金色半透明底 | 日期分隔線 | 最多 200 則 | 自動捲動到底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10  靈寵養成系統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24 節氣靈寵 × 五行屬性 × 等級進化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🦌 青芽鹿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立春 · 木系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🐸 潤澤蛙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雨水 · 水系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🐉 驚雷龍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驚蟄 · 木系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🦋 春翼蝶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春分 · 木系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EC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🦢 清風鶴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94E"/>
                </a:solidFill>
                <a:latin typeface="Microsoft JhengHei"/>
              </a:defRPr>
            </a:pPr>
            <a:r>
              <a:t>清明 · 木系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C9A8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🐍 穀靈蛇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A84E"/>
                </a:solidFill>
                <a:latin typeface="Microsoft JhengHei"/>
              </a:defRPr>
            </a:pPr>
            <a:r>
              <a:t>穀雨 · 土系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🦅 炎翼鷹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立夏 · 火系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24160" y="128016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69880" y="13258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🐝 蜜光蜂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162763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小滿 · 火系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🦊 芒野狐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芒種 · 火系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🦁 日輪獅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夏至 · 火系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🐠 暑泉魚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小暑 · 火系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6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🦎 烈陽蜥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6447"/>
                </a:solidFill>
                <a:latin typeface="Microsoft JhengHei"/>
              </a:defRPr>
            </a:pPr>
            <a:r>
              <a:t>大暑 · 火系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🦅 金風鷹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立秋 · 金系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🐺 暮嵐狼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處暑 · 金系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0684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🦉 露光鴞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白露 · 金系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24160" y="228600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23317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🦊 秋影狐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秋分 · 金系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2880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60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🐆 寒霜豹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寒露 · 金系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645920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9164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🦇 霜翼蝠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4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霜降 · 金系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108960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5468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🐻 玄冬熊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立冬 · 水系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0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1772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🐧 雪靈企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小雪 · 水系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35040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8076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🐺 雪嵐狼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076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大雪 · 水系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98079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4380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🐉 玄冰龍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4380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冬至 · 水系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61120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0684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🦌 寒霧鹿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0684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小寒 · 水系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424160" y="3291840"/>
            <a:ext cx="1371600" cy="8229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478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469880" y="333756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🐢 玄武龜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69880" y="36393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8DE8"/>
                </a:solidFill>
                <a:latin typeface="Microsoft JhengHei"/>
              </a:defRPr>
            </a:pPr>
            <a:r>
              <a:t>大寒 · 水系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" y="4434840"/>
            <a:ext cx="11795760" cy="219456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📈 養成進化機制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4892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經驗值獲取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468880" y="489204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餵食 +50 | 玩耍 +30 | 冥想 +20 EXP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166359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升級公式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68880" y="5166359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所需 EXP = 基礎值 × 1.3^(當前等級)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200" y="5440679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進化機制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68880" y="5440679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每 10 級進化一次，共 5 階段（受訂閱方案限制）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571500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屬性成長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68880" y="57150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力量 (power) / 親和 (affinity) / 智慧 (wisdom) 隨等級提升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59893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Lv.10+ 加成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468880" y="598932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每日使用次數 +1（Lv.20+ 再 +1）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2636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C547"/>
                </a:solidFill>
                <a:latin typeface="Microsoft JhengHei"/>
              </a:defRPr>
            </a:pPr>
            <a:r>
              <a:t>▸ 等級上限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468880" y="626364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JhengHei"/>
              </a:defRPr>
            </a:pPr>
            <a:r>
              <a:t>free=Lv.10 / member=Lv.20 / supreme=無限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11  導航架構與全域元件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Tab Bar · 多語系 · 狀態管理 · 主題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65760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80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🧭 Tab Bar 導航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2 個 Tab，底部固定 80px 高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Tab 1: 🔮 靈寵 — 44px 圓形容器, 金色邊框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Tab 2: ⚙️ 我的 — 標準 icon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Active: 金色文字 + 4px 金色圓點指示器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背景: rgba(8,8,15,0.98) + 金色頂邊線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88720"/>
            <a:ext cx="384048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2801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🌐 國際化 (i18n)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react-i18next + Expo Localization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🇹🇼 繁中 / 🇨🇳 簡中 / 🇯🇵 日文 / 🇺🇸 英 / 🇩🇪 德 / 🇫🇷 法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自動偵測裝置語系 (Hant→繁中)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Fallback: English | 約 400+ 翻譯鍵值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65760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280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C547"/>
                </a:solidFill>
                <a:latin typeface="Microsoft JhengHei"/>
              </a:defRPr>
            </a:pPr>
            <a:r>
              <a:t>🎨 主題系統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背景: #08080f | 金色: #e8c547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毛筆字: MaShanZheng (標題/Logo)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宋體: NotoSerifTC (正文/按鈕)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Microsoft JhengHei"/>
              </a:defRPr>
            </a:pPr>
            <a:r>
              <a:t>• Spacing: xs=4 sm=8 md=16 lg=24 xl=32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246120"/>
            <a:ext cx="11521440" cy="30175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💾 狀態管理 — Zustand × 4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94760"/>
            <a:ext cx="269748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auth-store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(認證)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isAuthenticated 登入狀態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445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user: id/email/name/planType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4573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login / register / apple / logout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4690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JWT tokens (AsyncStorage)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794760"/>
            <a:ext cx="269748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3840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user-store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0690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(使用者)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3434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出生年月日 / 性別 / 曆法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5445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bazi / ziwei / astrology 命理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74573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planType 訂閱等級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94690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dailyUsage 額度追蹤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94760"/>
            <a:ext cx="269748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840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pet-store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40690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(靈寵)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43434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name / emoji / creature / element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5445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level / exp / evolution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74573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power / affinity / wisdom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94690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feed / play / meditate 操作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794760"/>
            <a:ext cx="2697480" cy="2286000"/>
          </a:xfrm>
          <a:prstGeom prst="roundRect">
            <a:avLst/>
          </a:prstGeom>
          <a:solidFill>
            <a:srgbClr val="181822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19" y="38404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chat-store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19" y="40690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7D5E"/>
                </a:solidFill>
                <a:latin typeface="Microsoft JhengHei"/>
              </a:defRPr>
            </a:pPr>
            <a:r>
              <a:t>(對話)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43434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messages 訊息陣列 (max 200)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4544568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11 種訊息類型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4745736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addMessage / clearOld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494690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· AsyncStorage 持久化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C547"/>
                </a:solidFill>
                <a:latin typeface="Microsoft JhengHei"/>
              </a:defRPr>
            </a:pPr>
            <a:r>
              <a:t>12  版本資訊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7D5E"/>
                </a:solidFill>
                <a:latin typeface="Microsoft JhengHei"/>
              </a:defRPr>
            </a:pPr>
            <a:r>
              <a:t>2026-03-16 現行版本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486400" cy="34747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📦 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App 版本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60020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562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App 名稱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85623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靈犀 (LING XI)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122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Expo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11226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54.0.0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React 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36829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0.81.5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24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2432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19.1.0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iOS Bundle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880360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com.youquan.lingxi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3639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Android Package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13639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com.yourname.lingxi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9242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EAS Project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392424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22a8b11d-...afde18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484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648456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dennysu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044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文件日期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904488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2026-03-16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097280"/>
            <a:ext cx="585216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🖥 後端服務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0020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160020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v1.0.0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8562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185623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Google Cloud Run (asia-east1)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1122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11226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JWT access + refresh (獨立 secret)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3682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7D5E"/>
                </a:solidFill>
                <a:latin typeface="Microsoft JhengHei"/>
              </a:defRPr>
            </a:pPr>
            <a:r>
              <a:t>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36829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Claude API (Haiku/Sonnet/Opus by plan)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2926080"/>
            <a:ext cx="5852160" cy="164592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017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🔗 API 路由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429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Auth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42900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/auth/login, /register, /apple, /refresh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6393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6393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/user/profile (GET/PUT)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38496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84962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/ai/face-reading, /feng-shui, /fortune, /outfit, /divination, /pet-message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0599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訂閱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059936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/api/subscription/status (GET)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427024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C547"/>
                </a:solidFill>
                <a:latin typeface="Microsoft JhengHei"/>
              </a:defRPr>
            </a:pPr>
            <a:r>
              <a:t>Webhook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270248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/webhook/revenuecat (POST, raw body 簽名驗證)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4800600"/>
            <a:ext cx="11612880" cy="1828800"/>
          </a:xfrm>
          <a:prstGeom prst="roundRect">
            <a:avLst/>
          </a:prstGeom>
          <a:solidFill>
            <a:srgbClr val="12121A"/>
          </a:solidFill>
          <a:ln w="12700">
            <a:solidFill>
              <a:srgbClr val="B89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92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C547"/>
                </a:solidFill>
                <a:latin typeface="Microsoft JhengHei"/>
              </a:defRPr>
            </a:pPr>
            <a:r>
              <a:t>🔧 2026-03-16 程式碼審查修復 (20 項)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25780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前端: Fortune useEffect 等 store hydrate | WheelPicker 外部 index 同步 | API retry timeout | planType 變數遮蔽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513832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後端 Critical: CORS 預設禁止 | Webhook raw body 簽名 | JWT refresh 獨立 secret | 錯誤訊息洩漏修復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769864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後端 High: 使用量檢查拆分(先查後扣) | Claude JSON 解析 4 層策略 | AI 失敗不扣額度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025896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JhengHei"/>
              </a:defRPr>
            </a:pPr>
            <a:r>
              <a:t>▸ 後端 Quality: unhandledRejection handler | SIGTERM graceful shutdown | Helmet 前置 | 模型依方案選擇 | Email+生日驗證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