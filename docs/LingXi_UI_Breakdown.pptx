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C547"/>
                </a:solidFill>
                <a:latin typeface="Microsoft JhengHei"/>
              </a:defRPr>
            </a:pPr>
            <a:r>
              <a:t>靈犀 LingXi — 完整 UI 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4B07A"/>
                </a:solidFill>
                <a:latin typeface="Microsoft JhengHei"/>
              </a:defRPr>
            </a:pPr>
            <a:r>
              <a:t>每個畫面 · 每個元件 · 每個互動 · 完整細節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040"/>
                </a:solidFill>
                <a:latin typeface="Microsoft JhengHei"/>
              </a:defRPr>
            </a:pPr>
            <a:r>
              <a:t>2026-03-03  |  基於實際程式碼分析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目錄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第一部分：全局設計系統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01. 色彩系統  |  02. 字型與間距  |  03. 設計模式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第二部分：導航與認證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04. 導航流程圖  |  05. 登入/註冊  |  06. 五步引導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第三部分：主畫面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07. Tab 佈局  |  08. 靈寵主畫面  |  09. PetAvatar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10. PetChat 聊天  |  11. PetBubble 氣泡  |  12. ActionBar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第四部分：三大功能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13-15. 靈眼（面相） |  16-17. 靈心（風水） |  18-20. 靈魂（占卜）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第五部分：輔助元件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21. UpgradeModal  |  22. Profile  |  23. LanguageSelector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24. WheelPicker  |  25. ErrorBoundary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第六部分：資料與系統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26. 狀態管理  |  27. 訂閱方案  |  28. 24節氣靈寵  |  29. i18n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0"/>
            <a:ext cx="137160" cy="54864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C547"/>
                </a:solidFill>
                <a:latin typeface="Microsoft JhengHei"/>
              </a:defRPr>
            </a:pPr>
            <a:r>
              <a:t>第一部分：全局設計系統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色彩 · 字型 · 間距 · 設計模式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01. 色彩系統 — 主色調 &amp; 文字色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【主色調 Primary】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primary       #E8C547  金色 — 標題/按鈕/高亮/EXP條</a:t>
            </a:r>
          </a:p>
          <a:p>
            <a:pPr>
              <a:spcAft>
                <a:spcPts val="660"/>
              </a:spcAft>
              <a:defRPr sz="1100" b="0">
                <a:solidFill>
                  <a:srgbClr val="8B6914"/>
                </a:solidFill>
                <a:latin typeface="Microsoft JhengHei"/>
              </a:defRPr>
            </a:pPr>
            <a:r>
              <a:t>primaryDark   #8B6914  深金</a:t>
            </a:r>
          </a:p>
          <a:p>
            <a:pPr>
              <a:spcAft>
                <a:spcPts val="660"/>
              </a:spcAft>
              <a:defRPr sz="1100" b="0">
                <a:solidFill>
                  <a:srgbClr val="F5E6A3"/>
                </a:solidFill>
                <a:latin typeface="Microsoft JhengHei"/>
              </a:defRPr>
            </a:pPr>
            <a:r>
              <a:t>primaryLight  #F5E6A3  淺金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primaryBg     rgba(232,197,71,0.04)  卡片背景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primaryBorder rgba(232,197,71,0.12)  卡片邊框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【背景色 Background】</a:t>
            </a: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background    #08080F  全局深色背景</a:t>
            </a:r>
          </a:p>
          <a:p>
            <a:pPr>
              <a:spcAft>
                <a:spcPts val="660"/>
              </a:spcAft>
              <a:defRPr sz="1100" b="0">
                <a:solidFill>
                  <a:srgbClr val="AAAAAA"/>
                </a:solidFill>
                <a:latin typeface="Microsoft JhengHei"/>
              </a:defRPr>
            </a:pPr>
            <a:r>
              <a:t>surface       #0D0D15  Modal 背景</a:t>
            </a:r>
          </a:p>
          <a:p>
            <a:pPr>
              <a:spcAft>
                <a:spcPts val="660"/>
              </a:spcAft>
              <a:defRPr sz="1100" b="0">
                <a:solidFill>
                  <a:srgbClr val="AAAAAA"/>
                </a:solidFill>
                <a:latin typeface="Microsoft JhengHei"/>
              </a:defRPr>
            </a:pPr>
            <a:r>
              <a:t>surfaceLight  #151520  抬升表面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【文字色階】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textPrimary   #E8C547  = primary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textSecondary #C4B07A  次要文字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textMuted     #8B7D5E  柔和文字</a:t>
            </a:r>
          </a:p>
          <a:p>
            <a:pPr>
              <a:spcAft>
                <a:spcPts val="660"/>
              </a:spcAft>
              <a:defRPr sz="1100" b="0">
                <a:solidFill>
                  <a:srgbClr val="6B6350"/>
                </a:solidFill>
                <a:latin typeface="Microsoft JhengHei"/>
              </a:defRPr>
            </a:pPr>
            <a:r>
              <a:t>textDark      #6B6350  暗色文字</a:t>
            </a:r>
          </a:p>
          <a:p>
            <a:pPr>
              <a:spcAft>
                <a:spcPts val="660"/>
              </a:spcAft>
              <a:defRPr sz="1100" b="0">
                <a:solidFill>
                  <a:srgbClr val="5A5040"/>
                </a:solidFill>
                <a:latin typeface="Microsoft JhengHei"/>
              </a:defRPr>
            </a:pPr>
            <a:r>
              <a:t>textDarkest   #5A5040  最暗文字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【功能色】</a:t>
            </a:r>
          </a:p>
          <a:p>
            <a:pPr>
              <a:spcAft>
                <a:spcPts val="660"/>
              </a:spcAft>
              <a:defRPr sz="1100" b="0">
                <a:solidFill>
                  <a:srgbClr val="64B4FF"/>
                </a:solidFill>
                <a:latin typeface="Microsoft JhengHei"/>
              </a:defRPr>
            </a:pPr>
            <a:r>
              <a:t>pet     #64B4FF  靈寵相關（藍）</a:t>
            </a:r>
          </a:p>
          <a:p>
            <a:pPr>
              <a:spcAft>
                <a:spcPts val="660"/>
              </a:spcAft>
              <a:defRPr sz="1100" b="0">
                <a:solidFill>
                  <a:srgbClr val="64C880"/>
                </a:solidFill>
                <a:latin typeface="Microsoft JhengHei"/>
              </a:defRPr>
            </a:pPr>
            <a:r>
              <a:t>fengshui#64C880  風水（綠）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outfit  #A78BFA  穿搭（紫）</a:t>
            </a:r>
          </a:p>
          <a:p>
            <a:pPr>
              <a:spcAft>
                <a:spcPts val="660"/>
              </a:spcAft>
              <a:defRPr sz="1100" b="0">
                <a:solidFill>
                  <a:srgbClr val="FF8BA0"/>
                </a:solidFill>
                <a:latin typeface="Microsoft JhengHei"/>
              </a:defRPr>
            </a:pPr>
            <a:r>
              <a:t>love    #FF8BA0  桃花（粉）</a:t>
            </a:r>
          </a:p>
          <a:p>
            <a:pPr>
              <a:spcAft>
                <a:spcPts val="66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danger  #C44040  危險/警告（紅）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01. 色彩系統 — 五行色 &amp; 透明度運用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【五行色彩】</a:t>
            </a:r>
          </a:p>
          <a:p>
            <a:pPr>
              <a:spcAft>
                <a:spcPts val="720"/>
              </a:spcAft>
              <a:defRPr sz="1200" b="0">
                <a:solidFill>
                  <a:srgbClr val="E8E0C0"/>
                </a:solidFill>
                <a:latin typeface="Microsoft JhengHei"/>
              </a:defRPr>
            </a:pPr>
            <a:r>
              <a:t>金  metal  #E8E0C0</a:t>
            </a:r>
          </a:p>
          <a:p>
            <a:pPr>
              <a:spcAft>
                <a:spcPts val="720"/>
              </a:spcAft>
              <a:defRPr sz="1200" b="0">
                <a:solidFill>
                  <a:srgbClr val="80C880"/>
                </a:solidFill>
                <a:latin typeface="Microsoft JhengHei"/>
              </a:defRPr>
            </a:pPr>
            <a:r>
              <a:t>木  wood   #80C880</a:t>
            </a:r>
          </a:p>
          <a:p>
            <a:pPr>
              <a:spcAft>
                <a:spcPts val="720"/>
              </a:spcAft>
              <a:defRPr sz="1200" b="0">
                <a:solidFill>
                  <a:srgbClr val="64B4FF"/>
                </a:solidFill>
                <a:latin typeface="Microsoft JhengHei"/>
              </a:defRPr>
            </a:pPr>
            <a:r>
              <a:t>水  water  #64B4FF</a:t>
            </a:r>
          </a:p>
          <a:p>
            <a:pPr>
              <a:spcAft>
                <a:spcPts val="720"/>
              </a:spcAft>
              <a:defRPr sz="1200" b="0">
                <a:solidFill>
                  <a:srgbClr val="FF6B6B"/>
                </a:solidFill>
                <a:latin typeface="Microsoft JhengHei"/>
              </a:defRPr>
            </a:pPr>
            <a:r>
              <a:t>火  fire   #FF6B6B</a:t>
            </a:r>
          </a:p>
          <a:p>
            <a:pPr>
              <a:spcAft>
                <a:spcPts val="720"/>
              </a:spcAft>
              <a:defRPr sz="1200" b="0">
                <a:solidFill>
                  <a:srgbClr val="C8A060"/>
                </a:solidFill>
                <a:latin typeface="Microsoft JhengHei"/>
              </a:defRPr>
            </a:pPr>
            <a:r>
              <a:t>土  earth  #C8A060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五行色用於：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• 靈寵五行系徽章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• 卦象五行顯示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• 運勢引擎權重視覺化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【透明度層級規範】</a:t>
            </a:r>
          </a:p>
          <a:p>
            <a:pPr>
              <a:spcAft>
                <a:spcPts val="720"/>
              </a:spcAft>
              <a:defRPr sz="1200" b="1">
                <a:solidFill>
                  <a:srgbClr val="C4B07A"/>
                </a:solidFill>
                <a:latin typeface="Microsoft JhengHei"/>
              </a:defRPr>
            </a:pPr>
            <a:r>
              <a:t>背景填充：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0.03 ~ 0.06  極淡背景（卡片）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0.08 ~ 0.12  中等背景（按鈕hover）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0.15         強調背景（active按鈕）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C4B07A"/>
                </a:solidFill>
                <a:latin typeface="Microsoft JhengHei"/>
              </a:defRPr>
            </a:pPr>
            <a:r>
              <a:t>邊框：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0.06 ~ 0.10  預設邊框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0.12 ~ 0.15  中等邊框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0.25 ~ 0.40  高亮/選中邊框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C4B07A"/>
                </a:solidFill>
                <a:latin typeface="Microsoft JhengHei"/>
              </a:defRPr>
            </a:pPr>
            <a:r>
              <a:t>文字透明度：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0.35  Tab未選中icon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0.50  副標題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0.60  按壓反饋 (Pressable)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02. 字型系統 &amp; 間距規範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【三套字型】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NotoSerifTC_400Regular (serif)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用途：正文、標籤、所有body文字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尺寸：9~16pt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NotoSerifTC_700Bold (serifBold)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用途：靈寵名、粗體標題、強調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尺寸：14~20pt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MaShanZheng_400Regular (brush)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用途：書法標題 — App名、步驟標題、運勢等級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尺寸：18~56pt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特效：letterSpacing 4~8, 金色光暈陰影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【間距 Spacing】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xs: 4   sm: 8   md: 14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lg: 20  xl: 30  xxl: 40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【圓角 BorderRadius】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sm: 8   md: 12  lg: 16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xl: 20  round: 50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【常見尺寸】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StatusBar paddingTop: 54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Tab bar height: 80, paddingBottom: 20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Modal card width: 85%, borderRadius: 20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Button minHeight: 52, borderRadius: 14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Card padding: 14~24, borderRadius: 12~16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Input padding: 14, borderRadius: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03. 全局設計模式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【按鈕反饋】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所有 Pressable 元件：按下時 opacity 0.6~0.7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disabled 狀態：opacity 0.3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Loading 狀態：顯示 ActivityIndicator (color #E8C547)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【卡片模式】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金色系卡片：bg rgba(gold,0.04~0.06), border rgba(gold,0.10~0.15), radius 12~16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藍色系卡片：bg rgba(blue,0.04~0.06), border rgba(blue,0.10~0.12)  → 靈寵語音/AI解讀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紫色系卡片：bg rgba(purple,0.04~0.06), border rgba(purple,0.10~0.15) → 至尊/進化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綠色系卡片：bg rgba(green,0.06), border rgba(green,0.12) → GPS/風水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【Modal 模式】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遮罩：rgba(0,0,0,0.7)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關閉鈕：36x36, borderRadius 18, bg rgba(255,255,255,0.08), ✕ fontSize 18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Feature Modal：animationType='slide', presentationStyle='pageSheet'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UpgradeModal：animationType='fade', transparent overlay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【無陰影原則】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  僅少數例外：Logo 金色光暈、Tab 小圓點、結果等級文字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0"/>
            <a:ext cx="137160" cy="54864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C547"/>
                </a:solidFill>
                <a:latin typeface="Microsoft JhengHei"/>
              </a:defRPr>
            </a:pPr>
            <a:r>
              <a:t>第二部分：導航與認證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路由守衛 · 登入/註冊 · 五步引導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04. 導航流程圖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                    ┌─────────────┐</a:t>
            </a:r>
            <a:br/>
            <a:r>
              <a:t>                    │   App 啟動   │</a:t>
            </a:r>
            <a:br/>
            <a:r>
              <a:t>                    │ _layout.tsx  │</a:t>
            </a:r>
            <a:br/>
            <a:r>
              <a:t>                    └──────┬──────┘</a:t>
            </a:r>
            <a:br/>
            <a:r>
              <a:t>                           │</a:t>
            </a:r>
            <a:br/>
            <a:r>
              <a:t>                ┌──────────┼──────────┐</a:t>
            </a:r>
            <a:br/>
            <a:r>
              <a:t>                │          │          │</a:t>
            </a:r>
            <a:br/>
            <a:r>
              <a:t>         未登入(非DEV)  DEV/已登入    已登入+已Onboard</a:t>
            </a:r>
            <a:br/>
            <a:r>
              <a:t>                │      未Onboard      │</a:t>
            </a:r>
            <a:br/>
            <a:r>
              <a:t>                ▼          │          ▼</a:t>
            </a:r>
            <a:br/>
            <a:r>
              <a:t>       ┌────────────┐     │   ┌──────────────┐</a:t>
            </a:r>
            <a:br/>
            <a:r>
              <a:t>       │  auth.tsx   │     │   │   (tabs)      │</a:t>
            </a:r>
            <a:br/>
            <a:r>
              <a:t>       │  登入/註冊   │     │   │ _layout.tsx   │</a:t>
            </a:r>
            <a:br/>
            <a:r>
              <a:t>       └──────┬─────┘     │   └──┬────────┬──┘</a:t>
            </a:r>
            <a:br/>
            <a:r>
              <a:t>              │           │      │        │</a:t>
            </a:r>
            <a:br/>
            <a:r>
              <a:t>              │           ▼      ▼        ▼</a:t>
            </a:r>
            <a:br/>
            <a:r>
              <a:t>              │   ┌──────────┐ ┌────┐ ┌───────┐</a:t>
            </a:r>
            <a:br/>
            <a:r>
              <a:t>              │   │onboarding│ │pet │ │profile│</a:t>
            </a:r>
            <a:br/>
            <a:r>
              <a:t>              └──&gt;│ 5步引導  │ │主頁│ │設定  │</a:t>
            </a:r>
            <a:br/>
            <a:r>
              <a:t>                  └────┬─────┘ └────┘ └───────┘</a:t>
            </a:r>
            <a:br/>
            <a:r>
              <a:t>                       └──────&gt;┘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【路由守衛 — _layout.tsx】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初始化順序：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1. 載入字型 (NotoSerif + MaShanZheng)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2. 防止 SplashScreen 自動隱藏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3. checkAuth() 驗證 JWT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4. initSubscriptionService()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5. 字型+認證完成 → 隱藏 Splash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導向邏輯：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DEV_SKIP_AUTH = __DEV__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未登入 → /auth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已登入+未引導 → /onboarding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已登入+已引導 → /(tabs)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Stack 設定：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headerShown: false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animation: 'fade'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背景: #08080F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05. 登入/註冊畫面 — Auth Screen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┌────────────────────────────┐</a:t>
            </a:r>
            <a:br/>
            <a:r>
              <a:t>│                            │</a:t>
            </a:r>
            <a:br/>
            <a:r>
              <a:t>│         靈犀               │  ← MaShanZheng 56pt</a:t>
            </a:r>
            <a:br/>
            <a:r>
              <a:t>│        LING XI             │  ← 13pt rgba(gold,0.5)</a:t>
            </a:r>
            <a:br/>
            <a:r>
              <a:t>│                            │     letterSpacing 8</a:t>
            </a:r>
            <a:br/>
            <a:r>
              <a:t>│  ┌──────────────────────┐  │</a:t>
            </a:r>
            <a:br/>
            <a:r>
              <a:t>│  │   Sign in with Apple  │  │  ← iOS 限定</a:t>
            </a:r>
            <a:br/>
            <a:r>
              <a:t>│  └──────────────────────┘  │     白色按鈕 h52</a:t>
            </a:r>
            <a:br/>
            <a:r>
              <a:t>│  ─────────── 或 ──────────  │</a:t>
            </a:r>
            <a:br/>
            <a:r>
              <a:t>│                            │</a:t>
            </a:r>
            <a:br/>
            <a:r>
              <a:t>│       登入帳號              │  ← MaShanZheng 24pt</a:t>
            </a:r>
            <a:br/>
            <a:r>
              <a:t>│                            │</a:t>
            </a:r>
            <a:br/>
            <a:r>
              <a:t>│  姓名 (註冊時)              │  ← label 11pt #6B6350</a:t>
            </a:r>
            <a:br/>
            <a:r>
              <a:t>│  ┌──────────────────────┐  │     letterSpacing 2</a:t>
            </a:r>
            <a:br/>
            <a:r>
              <a:t>│  │                      │  │  ← input 16pt #E8C547</a:t>
            </a:r>
            <a:br/>
            <a:r>
              <a:t>│  └──────────────────────┘  │     bg rgba(gold,0.06)</a:t>
            </a:r>
            <a:br/>
            <a:r>
              <a:t>│  電子郵件                   │     border rgba(gold,0.15)</a:t>
            </a:r>
            <a:br/>
            <a:r>
              <a:t>│  ┌──────────────────────┐  │     borderRadius 12</a:t>
            </a:r>
            <a:br/>
            <a:r>
              <a:t>│  │                      │  │     padding 14</a:t>
            </a:r>
            <a:br/>
            <a:r>
              <a:t>│  └──────────────────────┘  │</a:t>
            </a:r>
            <a:br/>
            <a:r>
              <a:t>│  密碼                       │</a:t>
            </a:r>
            <a:br/>
            <a:r>
              <a:t>│  ┌──────────────────────┐  │</a:t>
            </a:r>
            <a:br/>
            <a:r>
              <a:t>│  │  ●●●●●●              │  │  ← secureTextEntry</a:t>
            </a:r>
            <a:br/>
            <a:r>
              <a:t>│  └──────────────────────┘  │</a:t>
            </a:r>
            <a:br/>
            <a:r>
              <a:t>│                            │</a:t>
            </a:r>
            <a:br/>
            <a:r>
              <a:t>│  ┌──────────────────────┐  │  ← 主按鈕</a:t>
            </a:r>
            <a:br/>
            <a:r>
              <a:t>│  │       登    入        │  │     bg rgba(gold,0.15)</a:t>
            </a:r>
            <a:br/>
            <a:r>
              <a:t>│  └──────────────────────┘  │     border rgba(gold,0.35)</a:t>
            </a:r>
            <a:br/>
            <a:r>
              <a:t>│                            │     16pt bold letterSpacing 4</a:t>
            </a:r>
            <a:br/>
            <a:r>
              <a:t>│     沒有帳號？註冊          │  ← 14pt #C4B07A</a:t>
            </a:r>
            <a:br/>
            <a:r>
              <a:t>│                            │</a:t>
            </a:r>
            <a:br/>
            <a:r>
              <a:t>└────────────────────────────┘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【狀態管理】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Local: mode(login|register)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   email, password, name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Store: authStore.login()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   authStore.register()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   authStore.loginWithApple()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【表單驗證】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email + password 必填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註冊: name 也必填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email maxLength: 100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password maxLength: 64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name maxLength: 30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【錯誤顯示】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紅色卡片: bg rgba(red,0.1)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 rgba(red,0.3)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文字 #C44040 13pt 居中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【Loading】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全螢幕遮罩 rgba(8,8,15,0.85)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ActivityIndicator + 認證中...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06. Onboarding Step 0 — 語言選擇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┌──────────────────────────┐</a:t>
            </a:r>
            <a:br/>
            <a:r>
              <a:t>│                          │</a:t>
            </a:r>
            <a:br/>
            <a:r>
              <a:t>│           🌐             │  ← 72pt emoji</a:t>
            </a:r>
            <a:br/>
            <a:r>
              <a:t>│                          │</a:t>
            </a:r>
            <a:br/>
            <a:r>
              <a:t>│       選擇語言            │  ← MaShanZheng 28pt gold</a:t>
            </a:r>
            <a:br/>
            <a:r>
              <a:t>│                          │</a:t>
            </a:r>
            <a:br/>
            <a:r>
              <a:t>│  ┌────────────────────┐  │</a:t>
            </a:r>
            <a:br/>
            <a:r>
              <a:t>│  │ 🇹🇼  繁體中文    ✓  │  │  ← 選中: bg rgba(gold,0.12)</a:t>
            </a:r>
            <a:br/>
            <a:r>
              <a:t>│  └────────────────────┘  │    border rgba(gold,0.4)</a:t>
            </a:r>
            <a:br/>
            <a:r>
              <a:t>│  ┌────────────────────┐  │</a:t>
            </a:r>
            <a:br/>
            <a:r>
              <a:t>│  │ 🇨🇳  简体中文       │  │  ← 未選: bg rgba(gold,0.04)</a:t>
            </a:r>
            <a:br/>
            <a:r>
              <a:t>│  └────────────────────┘  │    border rgba(gold,0.1)</a:t>
            </a:r>
            <a:br/>
            <a:r>
              <a:t>│  ┌────────────────────┐  │</a:t>
            </a:r>
            <a:br/>
            <a:r>
              <a:t>│  │ 🇯🇵  日本語         │  │</a:t>
            </a:r>
            <a:br/>
            <a:r>
              <a:t>│  └────────────────────┘  │</a:t>
            </a:r>
            <a:br/>
            <a:r>
              <a:t>│  ┌────────────────────┐  │</a:t>
            </a:r>
            <a:br/>
            <a:r>
              <a:t>│  │ 🇺🇸  English        │  │</a:t>
            </a:r>
            <a:br/>
            <a:r>
              <a:t>│  └────────────────────┘  │</a:t>
            </a:r>
            <a:br/>
            <a:r>
              <a:t>│  ┌────────────────────┐  │</a:t>
            </a:r>
            <a:br/>
            <a:r>
              <a:t>│  │ 🇩🇪  Deutsch        │  │</a:t>
            </a:r>
            <a:br/>
            <a:r>
              <a:t>│  └────────────────────┘  │</a:t>
            </a:r>
            <a:br/>
            <a:r>
              <a:t>│  ┌────────────────────┐  │</a:t>
            </a:r>
            <a:br/>
            <a:r>
              <a:t>│  │ 🇫🇷  Français       │  │</a:t>
            </a:r>
            <a:br/>
            <a:r>
              <a:t>│  └────────────────────┘  │</a:t>
            </a:r>
            <a:br/>
            <a:r>
              <a:t>│                          │</a:t>
            </a:r>
            <a:br/>
            <a:r>
              <a:t>│  ┌────────────────────┐  │</a:t>
            </a:r>
            <a:br/>
            <a:r>
              <a:t>│  │      下一步         │  │  ← 標準主按鈕</a:t>
            </a:r>
            <a:br/>
            <a:r>
              <a:t>│  └────────────────────┘  │</a:t>
            </a:r>
            <a:br/>
            <a:r>
              <a:t>└──────────────────────────┘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【元件細節】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國旗 emoji: fontSize 22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語言名稱: fontSize 15, serif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選中 ✓: 顯示在右側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gap: 8 (列表間距)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【互動邏輯】</a:t>
            </a: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點擊語言項目: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i18n.changeLanguage(code)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高亮切換至該項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整個 UI 即時更新語言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【支援語言】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zh-TW 繁體中文 (預設)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zh-CN 简体中文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ja    日本語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en    English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de    Deutsch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fr    Français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06. Onboarding Step 1~2 — 歡迎 &amp; 姓名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 Step 1: 歡迎                Step 2: 姓名</a:t>
            </a:r>
            <a:br/>
            <a:r>
              <a:t>┌───────────────────┐      ┌───────────────────┐</a:t>
            </a:r>
            <a:br/>
            <a:r>
              <a:t>│                   │      │                   │</a:t>
            </a:r>
            <a:br/>
            <a:r>
              <a:t>│       🐉          │      │     (emoji)       │</a:t>
            </a:r>
            <a:br/>
            <a:r>
              <a:t>│                   │      │                   │</a:t>
            </a:r>
            <a:br/>
            <a:r>
              <a:t>│      靈犀         │ 48pt │    輸入你的名字    │ 28pt</a:t>
            </a:r>
            <a:br/>
            <a:r>
              <a:t>│     LING XI       │ 12pt │                   │</a:t>
            </a:r>
            <a:br/>
            <a:r>
              <a:t>│                   │      │  你的名字          │</a:t>
            </a:r>
            <a:br/>
            <a:r>
              <a:t>│  AI 玄學生活顧問   │ 14pt │  ┌─────────────┐  │</a:t>
            </a:r>
            <a:br/>
            <a:r>
              <a:t>│  命理 × AI × 寵物  │      │  │             │  │</a:t>
            </a:r>
            <a:br/>
            <a:r>
              <a:t>│                   │      │  └─────────────┘  │</a:t>
            </a:r>
            <a:br/>
            <a:r>
              <a:t>│  ── 萬物皆有靈 ── │      │   maxLength: 20   │</a:t>
            </a:r>
            <a:br/>
            <a:r>
              <a:t>│                   │      │                   │</a:t>
            </a:r>
            <a:br/>
            <a:r>
              <a:t>│  ┌─────────────┐  │      │  ┌─────────────┐  │</a:t>
            </a:r>
            <a:br/>
            <a:r>
              <a:t>│  │   開始探索   │  │      │  │   下一步     │  │</a:t>
            </a:r>
            <a:br/>
            <a:r>
              <a:t>│  └─────────────┘  │      │  └─────────────┘  │</a:t>
            </a:r>
            <a:br/>
            <a:r>
              <a:t>│                   │      │  (名字空=disabled)  │</a:t>
            </a:r>
            <a:br/>
            <a:r>
              <a:t>└───────────────────┘      └───────────────────┘</a:t>
            </a:r>
            <a:br/>
            <a:br/>
            <a:r>
              <a:t>Step 1 特效:</a:t>
            </a:r>
            <a:br/>
            <a:r>
              <a:t>  靈犀 → MaShanZheng 48pt, gold</a:t>
            </a:r>
            <a:br/>
            <a:r>
              <a:t>  光暈 textShadow: rgba(232,197,71,0.3), radius 40</a:t>
            </a:r>
            <a:br/>
            <a:r>
              <a:t>  LING XI → 12pt, rgba(gold,0.5), letterSpacing 6</a:t>
            </a:r>
            <a:br/>
            <a:r>
              <a:t>  描述文字 → 14pt, #8B7D5E, lineHeight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【Step 1 — 歡迎頁】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大 emoji: 🐉 fontSize 72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App名: MaShanZheng 48pt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光暈陰影 radius 40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描述: serif 14pt #8B7D5E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強調: #C4B07A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【Step 2 — 姓名輸入】</a:t>
            </a: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TextInput 樣式: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padding: 14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borderRadius: 12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bg: rgba(gold,0.06)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border: rgba(gold,0.15)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color: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fontSize: 16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maxLength: 20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按鈕: 名字空時 disabled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06. Onboarding Step 3 — 出生資料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                    │</a:t>
            </a:r>
            <a:br/>
            <a:r>
              <a:t>│       輸入出生資料            │  ← MaShanZheng 28pt</a:t>
            </a:r>
            <a:br/>
            <a:r>
              <a:t>│                              │</a:t>
            </a:r>
            <a:br/>
            <a:r>
              <a:t>│  曆法: [  國曆  ] [  農曆  ]  │  ← 二選一切換</a:t>
            </a:r>
            <a:br/>
            <a:r>
              <a:t>│         (active)  (inactive)  │</a:t>
            </a:r>
            <a:br/>
            <a:r>
              <a:t>│                              │</a:t>
            </a:r>
            <a:br/>
            <a:r>
              <a:t>│  ┌──年──┐ ┌──月──┐ ┌──日──┐  │</a:t>
            </a:r>
            <a:br/>
            <a:r>
              <a:t>│  │      │ │      │ │      │  │  ← WheelPicker x3</a:t>
            </a:r>
            <a:br/>
            <a:r>
              <a:t>│  │ 1992 │ │  6   │ │  15  │  │    year w80 / month w60</a:t>
            </a:r>
            <a:br/>
            <a:r>
              <a:t>│  │      │ │      │ │      │  │    / day w60</a:t>
            </a:r>
            <a:br/>
            <a:r>
              <a:t>│  └──────┘ └──────┘ └──────┘  │    ITEM_HEIGHT: 44</a:t>
            </a:r>
            <a:br/>
            <a:r>
              <a:t>│                              │    5 visible items</a:t>
            </a:r>
            <a:br/>
            <a:r>
              <a:t>│  時辰:                        │</a:t>
            </a:r>
            <a:br/>
            <a:r>
              <a:t>│  ┌──┐┌──┐┌──┐┌──┐┌──┐┌──┐   │  ← 水平 ScrollView</a:t>
            </a:r>
            <a:br/>
            <a:r>
              <a:t>│  │子││丑││寅││卯││辰││巳│   │    12 個時辰按鈕</a:t>
            </a:r>
            <a:br/>
            <a:r>
              <a:t>│  └──┘└──┘└──┘└──┘└──┘└──┘   │</a:t>
            </a:r>
            <a:br/>
            <a:r>
              <a:t>│  ┌──┐┌──┐┌──┐┌──┐┌──┐┌──┐   │    每個顯示:</a:t>
            </a:r>
            <a:br/>
            <a:r>
              <a:t>│  │午││未││申││酉││戌││亥│   │    name + hours text</a:t>
            </a:r>
            <a:br/>
            <a:r>
              <a:t>│  └──┘└──┘└──┘└──┘└──┘└──┘   │</a:t>
            </a:r>
            <a:br/>
            <a:r>
              <a:t>│        [ 不知道 ]             │  ← 預設午時(11點)</a:t>
            </a:r>
            <a:br/>
            <a:r>
              <a:t>│                              │</a:t>
            </a:r>
            <a:br/>
            <a:r>
              <a:t>│  性別: [ ♂ 男 ]  [ ♀ 女 ]    │  ← emoji 18pt</a:t>
            </a:r>
            <a:br/>
            <a:r>
              <a:t>│                              │</a:t>
            </a:r>
            <a:br/>
            <a:r>
              <a:t>│  [ 返回 ]    [ 召喚靈寵 ]     │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【曆法切換】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Active: bg rgba(gold,0.12)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 rgba(gold,0.4)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text #E8C547 fontWeight 600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Inactive: bg rgba(gold,0.04)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text #8B7D5E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【WheelPicker 規格】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ITEM_HEIGHT: 44px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VISIBLE_ITEMS: 5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snapToInterval: 44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年: 1930-2026 (預設1992)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月: 1-12, 日: 動態(含閏年)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【提交邏輯】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1. setOnboarding()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→ 計算八字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→ 計算紫微斗數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→ 計算西洋占星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2. initPet(month, day)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→ 匹配節氣靈寵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06. Onboarding Step 4 — 靈寵召喚結果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🦋                  │  ← 靈寵 emoji 80pt</a:t>
            </a:r>
            <a:br/>
            <a:r>
              <a:t>│       靈寵降臨！              │  ← MaShanZheng 32pt gold</a:t>
            </a:r>
            <a:br/>
            <a:r>
              <a:t>│    衡翼蝶 與你結緣            │  ← 16pt #64B4FF bold</a:t>
            </a:r>
            <a:br/>
            <a:r>
              <a:t>│                              │</a:t>
            </a:r>
            <a:br/>
            <a:r>
              <a:t>│  ┌─ 紫微命盤 ──────────────┐  │  ← bg rgba(purple,0.04)</a:t>
            </a:r>
            <a:br/>
            <a:r>
              <a:t>│  │ 命宮：紫微               │  │    border rgba(purple,0.1)</a:t>
            </a:r>
            <a:br/>
            <a:r>
              <a:t>│  │ 性格：領導氣質           │  │    主星 15pt #A78BFA bold</a:t>
            </a:r>
            <a:br/>
            <a:r>
              <a:t>│  └──────────────────────────┘  │    性格 10pt #B0A0C8</a:t>
            </a:r>
            <a:br/>
            <a:r>
              <a:t>│                              │</a:t>
            </a:r>
            <a:br/>
            <a:r>
              <a:t>│  ┌─ 西洋占星 ──────────────┐  │  ← bg rgba(blue,0.04)</a:t>
            </a:r>
            <a:br/>
            <a:r>
              <a:t>│  │   ♎  天秤座              │  │    border rgba(blue,0.1)</a:t>
            </a:r>
            <a:br/>
            <a:r>
              <a:t>│  │   五行：金 | 守護：金星   │  │    emoji 36pt</a:t>
            </a:r>
            <a:br/>
            <a:r>
              <a:t>│  └──────────────────────────┘  │    名稱 16pt #64B4FF bold</a:t>
            </a:r>
            <a:br/>
            <a:r>
              <a:t>│                              │</a:t>
            </a:r>
            <a:br/>
            <a:r>
              <a:t>│  Lv1 💬 基本對話             │  ← 等級解鎖列表</a:t>
            </a:r>
            <a:br/>
            <a:r>
              <a:t>│  Lv3 🔔 運勢提醒  Lv5 👔 穿搭│    flex-row wrap</a:t>
            </a:r>
            <a:br/>
            <a:r>
              <a:t>│  Lv8 🧭 方位導航  Lv10✨進化 │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┌──────────────────────────┐  │</a:t>
            </a:r>
            <a:br/>
            <a:r>
              <a:t>│  │ Free 每日1次 | Member 5次│  │  ← 3 色徽章</a:t>
            </a:r>
            <a:br/>
            <a:r>
              <a:t>│  │ Supreme 無限             │  │</a:t>
            </a:r>
            <a:br/>
            <a:r>
              <a:t>│  └──────────────────────────┘  │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┌──────────────────────────┐  │</a:t>
            </a:r>
            <a:br/>
            <a:r>
              <a:t>│  │       進入靈犀            │  │</a:t>
            </a:r>
            <a:br/>
            <a:r>
              <a:t>│  └──────────────────────────┘  │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【Plan 徽章色彩】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Free:    #8B7D5E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rgba(255,255,255,0.05)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Member: 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rgba(gold,0.1)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Supreme: #A78BFA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rgba(purple,0.1)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徽章寬度: 52, borderRadius: 6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【等級解鎖系統】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Lv.1  💬 基本對話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Lv.3  🔔 運勢提醒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Lv.5  👔 穿搭建議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Lv.8  🧭 方位導航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Lv.10 ✨ 第一次進化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Lv.15    深度解讀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Lv.20    第二次進化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Lv.25    預測功能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Lv.30    終極進化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0"/>
            <a:ext cx="137160" cy="54864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C547"/>
                </a:solidFill>
                <a:latin typeface="Microsoft JhengHei"/>
              </a:defRPr>
            </a:pPr>
            <a:r>
              <a:t>第三部分：主畫面元件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Tab 佈局 · Pet Screen · Avatar · Chat · ActionBar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07. Tab 導航佈局 — _layout.tsx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【Tab Bar 樣式】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backgroundColor: rgba(8,8,15,0.98)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borderTopColor: rgba(gold,0.06)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borderTopWidth: 1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height: 80, paddingBottom: 20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tabBarShowLabel: false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initialRouteName: 'pet'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【Tab 1: 靈寵 — CenterPetIcon】</a:t>
            </a: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emoji: 🔮 (fontSize 22)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圓形容器: 44x44, borderRadius 22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Focused: bg rgba(gold,0.15)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 rgba(gold,0.3)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Unfocused: bg rgba(gold,0.06)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 rgba(gold,0.1)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label: fontSize 9, serif, marginTop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【Tab 2: 我的 — TabIcon】</a:t>
            </a: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emoji: ⚙️ (fontSize 20)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paddingTop: 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Focused: emoji opacity 1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label color: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金色小圓點指示器: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4x4, borderRadius 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bg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shadow: #E8C547, radius 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opacity 0.8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Unfocused: emoji opacity 0.35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label color: #5A5040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label: fontSize 9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font: NotoSerifTC_400Regular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numberOfLines: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08. 靈寵主畫面 — Pet Screen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┌──────────────────────────────────┐</a:t>
            </a:r>
            <a:br/>
            <a:r>
              <a:t>│ StatusBar  paddingTop:54         │</a:t>
            </a:r>
            <a:br/>
            <a:r>
              <a:t>│ 靈犀    3月3日·午時   Lv.1 青芽鹿·木系│</a:t>
            </a:r>
            <a:br/>
            <a:r>
              <a:t>│─────────────────────────────────│</a:t>
            </a:r>
            <a:br/>
            <a:r>
              <a:t>│                                  │</a:t>
            </a:r>
            <a:br/>
            <a:r>
              <a:t>│            PetAvatar             │</a:t>
            </a:r>
            <a:br/>
            <a:r>
              <a:t>│        ┌────────────┐            │</a:t>
            </a:r>
            <a:br/>
            <a:r>
              <a:t>│        │  🦌 (浮動)  │           │</a:t>
            </a:r>
            <a:br/>
            <a:r>
              <a:t>│        └────────────┘            │</a:t>
            </a:r>
            <a:br/>
            <a:r>
              <a:t>│     青芽鹿 Lv.1 · 木系           │</a:t>
            </a:r>
            <a:br/>
            <a:r>
              <a:t>│     ═══════╌╌╌  45/100          │</a:t>
            </a:r>
            <a:br/>
            <a:r>
              <a:t>│     ★★★★★  進化階段 1/5         │</a:t>
            </a:r>
            <a:br/>
            <a:r>
              <a:t>│                                  │</a:t>
            </a:r>
            <a:br/>
            <a:r>
              <a:t>│──────────────────────────────────│</a:t>
            </a:r>
            <a:br/>
            <a:r>
              <a:t>│  PetChat (FlatList, flex:1)      │</a:t>
            </a:r>
            <a:br/>
            <a:r>
              <a:t>│  ┌───────────────────────────┐   │</a:t>
            </a:r>
            <a:br/>
            <a:r>
              <a:t>│  │ 🦌 青芽鹿           14:02│   │</a:t>
            </a:r>
            <a:br/>
            <a:r>
              <a:t>│  │ ┌─────────────────────┐   │   │</a:t>
            </a:r>
            <a:br/>
            <a:r>
              <a:t>│  │ │ 主人好～今天木氣旺盛 │   │   │</a:t>
            </a:r>
            <a:br/>
            <a:r>
              <a:t>│  │ │ 財運 ████████░ 82   │   │   │</a:t>
            </a:r>
            <a:br/>
            <a:r>
              <a:t>│  │ │ 🧭 東南  🎨 綠      │   │   │</a:t>
            </a:r>
            <a:br/>
            <a:r>
              <a:t>│  │ └─────────────────────┘   │   │</a:t>
            </a:r>
            <a:br/>
            <a:r>
              <a:t>│  └───────────────────────────┘   │</a:t>
            </a:r>
            <a:br/>
            <a:r>
              <a:t>│──────────────────────────────────│</a:t>
            </a:r>
            <a:br/>
            <a:r>
              <a:t>│ ActionBar (2 rows × 3 buttons)   │</a:t>
            </a:r>
            <a:br/>
            <a:r>
              <a:t>│ [🍖餵食+50][🎾玩耍+30][🧘冥想+20]│</a:t>
            </a:r>
            <a:br/>
            <a:r>
              <a:t>│ [👁 靈眼 ] [🌍 靈心 ] [🏮 靈魂 ] │</a:t>
            </a:r>
            <a:br/>
            <a:r>
              <a:t>└──────────────────────────────────┘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【StatusBar 細節】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左: 靈犀 MaShanZheng 18pt gold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中: 日期+時辰 11pt #6B6350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右: Lv+名+系 11pt #8B7D5E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bg: rgba(8,8,15,0.98)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bottomBorder: rgba(gold,0.06)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【每日運勢自動生成】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mount 時觸發 useEffect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防重複: fortuneGenRef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時段: morning/afternoon/evening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calculateUnifiedFortune()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generateLocalPetNarration()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addMessage(type:'fortune')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【Overlay Modals】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PetEyeMode (靈眼)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PetHeartMode (靈心)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PetPearlMode (靈魂)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UpgradeModal (升級)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09. PetAvatar 元件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【浮動 Emoji 動畫】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容器: 64x64, borderRadius 32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bg: rgba(gold,0.06)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border: rgba(gold,0.15)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Emoji: fontSize 36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動畫: Animated.loop(sequence(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translateY: 0 → -6  (1500ms)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easing: Easing.inOut(sin)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translateY: -6 → 0  (1500ms)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))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【資訊列】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靈寵名: 14pt #E8C547 bold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等級: 12pt #C4B07A, format 'Lv.N'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五行系: 10pt #6B6350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rgba(gold,0.08), radius 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element為空時隱藏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【EXP 進度條】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寬度: 70%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軌道: height 4, bg rgba(gold,0.1)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填充: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文字: 'exp/expToNext'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fontSize 9, #5A5040, width 50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【進化星級】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5 顆 ★ (fontSize 12)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已達成: color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未達成: opacity 0.15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進化標籤: '進化階段 N/5'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fontSize 9, #5A5040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【資料來源】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petStore: emoji, name, level,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exp, expToNext, evolution, element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10. PetChat 聊天列表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【元件結構】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FlatList, flex: 1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資料: chatStore.messages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每條訊息渲染為 PetBubble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【日期分隔線】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水平線: rgba(255,255,255,0.04)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日期文字: 'M/D(weekday)'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fontSize 10, #5A5040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letterSpacing 1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不同日期的訊息間自動插入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【Loading 指示器】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Row: petEmoji (16pt)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+ ActivityIndicator (small, gold)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+ '...' (14pt #6B6350)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【自動捲動】</a:t>
            </a: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新訊息到達: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setTimeout 100ms →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scrollToEnd({animated: true})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contentSizeChange: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也會觸發 scrollToEnd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【listItems 建構邏輯】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1. 遍歷 messages[]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2. 比較前後訊息日期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3. 日期不同 → 插入 separator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4. separator.id = 'sep-' + date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5. 觸發依據: messages.length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【訊息上限】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最多保留 200 條訊息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11. PetBubble 聊天氣泡 — 結構與類型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【基礎結構】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Header: petEmoji(16pt) + petName(11pt #6B6350 serif) + time 'HH:MM'(10pt #5A5040)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Bubble: padding 14, borderRadius 16 (topLeft 4 → 對話泡效果)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bg: rgba(gold,0.04), border: rgba(gold,0.1)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text: 14pt #C4B07A serif, lineHeight 22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classicQuote: marginTop 8, 12pt #6B6350, italic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【依訊息類型渲染不同嵌入 UI】</a:t>
            </a:r>
          </a:p>
          <a:p>
            <a:pPr>
              <a:spcAft>
                <a:spcPts val="18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64B4FF"/>
                </a:solidFill>
                <a:latin typeface="Microsoft JhengHei"/>
              </a:defRPr>
            </a:pPr>
            <a:r>
              <a:t>fortune  → 5 ScoreBars (財運/桃花/事業/健康/學業) + 幸運方位/色彩/數字</a:t>
            </a:r>
          </a:p>
          <a:p>
            <a:pPr>
              <a:spcAft>
                <a:spcPts val="660"/>
              </a:spcAft>
              <a:defRPr sz="1100" b="0">
                <a:solidFill>
                  <a:srgbClr val="64B4FF"/>
                </a:solidFill>
                <a:latin typeface="Microsoft JhengHei"/>
              </a:defRPr>
            </a:pPr>
            <a:r>
              <a:t>face     → 5 ScoreBars (天庭/眉/眼/鼻/口) + 幸運物品卡</a:t>
            </a:r>
          </a:p>
          <a:p>
            <a:pPr>
              <a:spcAft>
                <a:spcPts val="660"/>
              </a:spcAft>
              <a:defRPr sz="1100" b="0">
                <a:solidFill>
                  <a:srgbClr val="64C880"/>
                </a:solidFill>
                <a:latin typeface="Microsoft JhengHei"/>
              </a:defRPr>
            </a:pPr>
            <a:r>
              <a:t>fengshui → CompassGrid 3x3 宮格 (吉方金色高亮) + 吉凶方位列表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divination → HexagramBlock (symbol 40pt + name 16pt + oracle 引號)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feed/play/meditate → ExpBadge '+N EXP' (bg rgba(gold,0.12), text gold bold)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levelup  → CelebrationBadge ⬆️ 'Lv.N' (bg gold)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evolve   → CelebrationBadge 🌟 '進化階段 N' (bg purple rgba(160,100,255,0.15))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【ScoreBar 色彩規則】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label width 30, score width 24 (bold), desc width 56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分數 &gt;= 80: #E8C547 (金色)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分數 &gt;= 60: #C4B07A (次金)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分數 &lt; 60:  #8B7D5E (柔和)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track height 4, bg rgba(gold,0.1)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12. ActionBar — 六大動作按鈕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【容器】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paddingHorizontal: 12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paddingVertical: 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兩行，每行 3 個等寬按鈕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【Row 1: 養成 — 金色調】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bg: rgba(gold,0.06)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border: rgba(gold,0.1)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borderRadius: 12, paddingVertical: 8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🍖 餵食  +50 EXP  (靈力 +10)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🎾 玩耍  +30 EXP  (親密度 +15)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🧘 冥想  +20 EXP  (悟性+10 靈力+5)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【Row 2: 功能 — 藍色調】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bg: rgba(blue,0.05)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border: rgba(blue,0.1)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borderRadius: 12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64B4FF"/>
                </a:solidFill>
                <a:latin typeface="Microsoft JhengHei"/>
              </a:defRPr>
            </a:pPr>
            <a:r>
              <a:t>👁 靈眼  → 面相分析 (開啟相機)</a:t>
            </a:r>
          </a:p>
          <a:p>
            <a:pPr>
              <a:spcAft>
                <a:spcPts val="720"/>
              </a:spcAft>
              <a:defRPr sz="1200" b="0">
                <a:solidFill>
                  <a:srgbClr val="64B4FF"/>
                </a:solidFill>
                <a:latin typeface="Microsoft JhengHei"/>
              </a:defRPr>
            </a:pPr>
            <a:r>
              <a:t>🌍 靈心  → 風水分析 (GPS+羅盤)</a:t>
            </a:r>
          </a:p>
          <a:p>
            <a:pPr>
              <a:spcAft>
                <a:spcPts val="720"/>
              </a:spcAft>
              <a:defRPr sz="1200" b="0">
                <a:solidFill>
                  <a:srgbClr val="64B4FF"/>
                </a:solidFill>
                <a:latin typeface="Microsoft JhengHei"/>
              </a:defRPr>
            </a:pPr>
            <a:r>
              <a:t>🏮 靈魂  → 六十四卦占卜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【共通樣式】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emoji: fontSize 18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label: fontSize 10, serif, #C4B07A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EXP: fontSize 9, #5A5040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Pressed: opacity 0.6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全局 disabled 屬性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【觸發邏輯】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pet.tsx handleAction(key)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0"/>
            <a:ext cx="137160" cy="54864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C547"/>
                </a:solidFill>
                <a:latin typeface="Microsoft JhengHei"/>
              </a:defRPr>
            </a:pPr>
            <a:r>
              <a:t>第四部分：三大功能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靈眼（面相）· 靈心（風水）· 靈魂（占卜）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13. 靈眼 Phase: idle — 相機拍照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              [✕]   │  ← 36x36 circle</a:t>
            </a:r>
            <a:br/>
            <a:r>
              <a:t>│                              │    rgba(255,255,255,0.08)</a:t>
            </a:r>
            <a:br/>
            <a:r>
              <a:t>│  ┌────────────────────────┐  │</a:t>
            </a:r>
            <a:br/>
            <a:r>
              <a:t>│  │                        │  │  ← CameraView</a:t>
            </a:r>
            <a:br/>
            <a:r>
              <a:t>│  │     ┌──────────┐      │  │    height: 320</a:t>
            </a:r>
            <a:br/>
            <a:r>
              <a:t>│  │     │          │      │  │    borderRadius: 20</a:t>
            </a:r>
            <a:br/>
            <a:r>
              <a:t>│  │     │    👤    │      │  │    facing: 'front'</a:t>
            </a:r>
            <a:br/>
            <a:r>
              <a:t>│  │     │          │      │  │</a:t>
            </a:r>
            <a:br/>
            <a:r>
              <a:t>│  │     └──────────┘      │  │  ← 人臉框</a:t>
            </a:r>
            <a:br/>
            <a:r>
              <a:t>│  │     (虛線, 160x200)    │  │    borderRadius 80</a:t>
            </a:r>
            <a:br/>
            <a:r>
              <a:t>│  │                        │  │    dashed border</a:t>
            </a:r>
            <a:br/>
            <a:r>
              <a:t>│  └────────────────────────┘  │    rgba(gold,0.3)</a:t>
            </a:r>
            <a:br/>
            <a:r>
              <a:t>│                              │    emoji 48pt, opacity 0.3</a:t>
            </a:r>
            <a:br/>
            <a:r>
              <a:t>│  ┌────────────────────────┐  │</a:t>
            </a:r>
            <a:br/>
            <a:r>
              <a:t>│  │ 🦌  靈寵正在觀察你...   │  │  ← petHintCard</a:t>
            </a:r>
            <a:br/>
            <a:r>
              <a:t>│  └────────────────────────┘  │    bg rgba(blue,0.06)</a:t>
            </a:r>
            <a:br/>
            <a:r>
              <a:t>│                              │    border rgba(blue,0.1)</a:t>
            </a:r>
            <a:br/>
            <a:r>
              <a:t>│  ┌────────────────────────┐  │</a:t>
            </a:r>
            <a:br/>
            <a:r>
              <a:t>│  │   👁  開始面相分析      │  │  ← 主按鈕</a:t>
            </a:r>
            <a:br/>
            <a:r>
              <a:t>│  └────────────────────────┘  │    bg rgba(gold,0.12)</a:t>
            </a:r>
            <a:br/>
            <a:r>
              <a:t>│                              │    border rgba(gold,0.3)</a:t>
            </a:r>
            <a:br/>
            <a:r>
              <a:t>│  ⚠ 照片僅用於分析，不會上傳  │    borderRadius 16</a:t>
            </a:r>
            <a:br/>
            <a:r>
              <a:t>│                              │    padding 18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【Camera 設定】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expo-camera CameraView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facing: 'front' (前置)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height: 320, borderRadius: 20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Web 平台降級: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顯示佔位圖 (無相機)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【無權限 Fallback】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height: 280, 同樣人臉框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'需要相機權限' 文字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'授權相機' 按鈕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requestPermission()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【拍照參數】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takePictureAsync({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base64: true,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quality: 0.7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})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【注意文字】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11pt #5A5040 italic, centered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14. 靈眼 Phase: analyzing — 分析中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                    │</a:t>
            </a:r>
            <a:br/>
            <a:r>
              <a:t>│                              │</a:t>
            </a:r>
            <a:br/>
            <a:r>
              <a:t>│       ┌──────────────┐       │</a:t>
            </a:r>
            <a:br/>
            <a:r>
              <a:t>│       │              │       │  ← scanFrame</a:t>
            </a:r>
            <a:br/>
            <a:r>
              <a:t>│       │     🧑       │       │    180x220, radius 90</a:t>
            </a:r>
            <a:br/>
            <a:r>
              <a:t>│       │              │       │    border rgba(gold,0.3)</a:t>
            </a:r>
            <a:br/>
            <a:r>
              <a:t>│       │   ●  ●  ●   │       │    emoji 64pt</a:t>
            </a:r>
            <a:br/>
            <a:r>
              <a:t>│       │  ●       ●  │       │</a:t>
            </a:r>
            <a:br/>
            <a:r>
              <a:t>│       │      ●      │       │  ← detectionDots (&gt;40%)</a:t>
            </a:r>
            <a:br/>
            <a:r>
              <a:t>│       │         ●   │       │    7 dots, 6x6, #E8C547</a:t>
            </a:r>
            <a:br/>
            <a:r>
              <a:t>│       └──────────────┘       │    fadeIn animation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┌────────────────────────┐  │</a:t>
            </a:r>
            <a:br/>
            <a:r>
              <a:t>│  │ 🦌 正在觀察你的面相...  │  │  ← petNarrateBox</a:t>
            </a:r>
            <a:br/>
            <a:r>
              <a:t>│  └────────────────────────┘  │    bg rgba(blue,0.06)</a:t>
            </a:r>
            <a:br/>
            <a:r>
              <a:t>│                              │</a:t>
            </a:r>
            <a:br/>
            <a:r>
              <a:t>│            72%               │  ← MaShanZheng 28pt gold</a:t>
            </a:r>
            <a:br/>
            <a:r>
              <a:t>│                              │</a:t>
            </a:r>
            <a:br/>
            <a:r>
              <a:t>│       定位五官特徵            │  ← 14pt #8B7D5E</a:t>
            </a:r>
            <a:br/>
            <a:r>
              <a:t>│                              │    letterSpacing 2</a:t>
            </a:r>
            <a:br/>
            <a:r>
              <a:t>│  ═══════════════╌╌╌╌╌╌╌    │  ← progress bar</a:t>
            </a:r>
            <a:br/>
            <a:r>
              <a:t>│                              │    width 80%, height 4</a:t>
            </a:r>
            <a:br/>
            <a:r>
              <a:t>│                              │    bg rgba(gold,0.1)</a:t>
            </a:r>
            <a:br/>
            <a:r>
              <a:t>│                              │    fill #E8C547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【進度模擬】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每 100ms +3%, 最高 90%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API 回傳後跳至 100%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【狀態文字 (依進度)】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&lt;30%: 掃描面部輪廓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&lt;50%: 定位五官特徵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&lt;80%: 分析面相格局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≥80%: 生成面相報告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【API 呼叫】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analyzeFace(base64Image)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POST /ai/face-reading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Claude Vision 分析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【額度消耗】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useFeature('eye', petLevel)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額度不足 → onQuotaExhausted()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顯示 UpgradeModal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【完成後】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onResult(text, data)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300ms 後自動關閉 Modal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15. 靈眼 Phase: result — 分析結果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              [✕]   │</a:t>
            </a:r>
            <a:br/>
            <a:r>
              <a:t>│                              │</a:t>
            </a:r>
            <a:br/>
            <a:r>
              <a:t>│          大 吉               │  ← MaShanZheng 46pt gold</a:t>
            </a:r>
            <a:br/>
            <a:r>
              <a:t>│                              │    textShadow radius 30</a:t>
            </a:r>
            <a:br/>
            <a:r>
              <a:t>│      ⭐ ⭐ ⭐ ⭐ ☆          │  ← 5 stars, score/20</a:t>
            </a:r>
            <a:br/>
            <a:r>
              <a:t>│                              │    filled=16pt, 16pt each</a:t>
            </a:r>
            <a:br/>
            <a:r>
              <a:t>│  ┌─ 靈寵解讀 ─────────────┐  │</a:t>
            </a:r>
            <a:br/>
            <a:r>
              <a:t>│  │ 🦌 主人的天庭飽滿，     │  │  ← petReadingCard</a:t>
            </a:r>
            <a:br/>
            <a:r>
              <a:t>│  │ 印堂明亮，乃大貴之相...  │  │    bg rgba(blue,0.06)</a:t>
            </a:r>
            <a:br/>
            <a:r>
              <a:t>│  └────────────────────────┘  │    border rgba(blue,0.12)</a:t>
            </a:r>
            <a:br/>
            <a:r>
              <a:t>│                              │    text 14pt #A0B8D0</a:t>
            </a:r>
            <a:br/>
            <a:r>
              <a:t>│  ┌─ 五官分析 ─────────────┐  │    lineHeight 24</a:t>
            </a:r>
            <a:br/>
            <a:r>
              <a:t>│  │ 天庭  ████████░  85 飽滿│  │</a:t>
            </a:r>
            <a:br/>
            <a:r>
              <a:t>│  │ 眉    ██████░░░  72 秀逸│  │  ← ScoreBars x5</a:t>
            </a:r>
            <a:br/>
            <a:r>
              <a:t>│  │ 眼    █████████  90 明亮│  │    label w32, score w24</a:t>
            </a:r>
            <a:br/>
            <a:r>
              <a:t>│  │ 鼻    ██████░░░  68 端正│  │    desc w56</a:t>
            </a:r>
            <a:br/>
            <a:r>
              <a:t>│  │ 口    ███████░░  78 方正│  │    bar color by score</a:t>
            </a:r>
            <a:br/>
            <a:r>
              <a:t>│  └────────────────────────┘  │</a:t>
            </a:r>
            <a:br/>
            <a:r>
              <a:t>│                              │</a:t>
            </a:r>
            <a:br/>
            <a:r>
              <a:t>│  ┌─ 幸運物品 ─────────────┐  │  ← luckyItem card</a:t>
            </a:r>
            <a:br/>
            <a:r>
              <a:t>│  │  [🧿]  黑曜石手鏈       │  │    bg rgba(blue,0.04)</a:t>
            </a:r>
            <a:br/>
            <a:r>
              <a:t>│  │  提升氣場穩定度         │  │    icon 60x60, radius 14</a:t>
            </a:r>
            <a:br/>
            <a:r>
              <a:t>│  │  🧭 東方  🔢 8          │  │    name 16pt blue bold</a:t>
            </a:r>
            <a:br/>
            <a:r>
              <a:t>│  └────────────────────────┘  │    desc 12pt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┌────────────────────────┐  │</a:t>
            </a:r>
            <a:br/>
            <a:r>
              <a:t>│  │     重新分析            │  │  ← outline button</a:t>
            </a:r>
            <a:br/>
            <a:r>
              <a:t>│  └────────────────────────┘  │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【運勢等級】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MaShanZheng 46pt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color: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textShadow: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rgba(gold,0.3), radius 30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【星級計算】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stars = Math.round(score/20)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score: 0-100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【五官分數條】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天庭(forehead)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眉(eyebrows)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眼(eyes)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鼻(nose)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口(mouth)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&gt;=85: gold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&gt;=70: secondary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&lt;70:  muted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【幸運物品】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icon: 60x60, radius 14</a:t>
            </a:r>
          </a:p>
          <a:p>
            <a:pPr>
              <a:spcAft>
                <a:spcPts val="660"/>
              </a:spcAft>
              <a:defRPr sz="1100" b="0">
                <a:solidFill>
                  <a:srgbClr val="64B4FF"/>
                </a:solidFill>
                <a:latin typeface="Microsoft JhengHei"/>
              </a:defRPr>
            </a:pPr>
            <a:r>
              <a:t>name: 16pt #64B4FF bold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desc: 12pt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meta: 🧭方位 + 🔢數字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16. 靈心 — GPS 風水分析 (上半)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              [✕]   │</a:t>
            </a:r>
            <a:br/>
            <a:r>
              <a:t>│                              │</a:t>
            </a:r>
            <a:br/>
            <a:r>
              <a:t>│  ┌── GPS ──────────────────┐ │  ← GPS 卡片</a:t>
            </a:r>
            <a:br/>
            <a:r>
              <a:t>│  │ ● GPS 訊號正常          │ │    bg rgba(green,0.06)</a:t>
            </a:r>
            <a:br/>
            <a:r>
              <a:t>│  │ 25.034°N 121.564°E      │ │    border rgba(green,0.12)</a:t>
            </a:r>
            <a:br/>
            <a:r>
              <a:t>│  │               台北市信義區│ │    綠點: 8x8 #64C880</a:t>
            </a:r>
            <a:br/>
            <a:r>
              <a:t>│  └──────────────────────────┘ │    座標: 10pt #5A5040</a:t>
            </a:r>
            <a:br/>
            <a:r>
              <a:t>│                              │    地名: 11pt #8B7D5E</a:t>
            </a:r>
            <a:br/>
            <a:r>
              <a:t>│  ┌────────────────────────┐  │</a:t>
            </a:r>
            <a:br/>
            <a:r>
              <a:t>│  │ 🦌  正在感應此地的靈氣  │  │  ← petSensingCard</a:t>
            </a:r>
            <a:br/>
            <a:r>
              <a:t>│  └────────────────────────┘  │    bg rgba(blue,0.06)</a:t>
            </a:r>
            <a:br/>
            <a:r>
              <a:t>│                              │</a:t>
            </a:r>
            <a:br/>
            <a:r>
              <a:t>│         ┌───────────┐        │  ← Compass</a:t>
            </a:r>
            <a:br/>
            <a:r>
              <a:t>│         │    北      │        │    180x180 container</a:t>
            </a:r>
            <a:br/>
            <a:r>
              <a:t>│         │  西  ▲  東 │        │    ring: 170x170</a:t>
            </a:r>
            <a:br/>
            <a:r>
              <a:t>│         │    南      │        │    border 2 rgba(gold,0.2)</a:t>
            </a:r>
            <a:br/>
            <a:r>
              <a:t>│         └───────────┘        │    rotate: -heading deg</a:t>
            </a:r>
            <a:br/>
            <a:r>
              <a:t>│   午時 · 奇門時盤 · 182°      │</a:t>
            </a:r>
            <a:br/>
            <a:r>
              <a:t>│                              │</a:t>
            </a:r>
            <a:br/>
            <a:r>
              <a:t>│  ┌────────┐  ┌────────────┐  │</a:t>
            </a:r>
            <a:br/>
            <a:r>
              <a:t>│  │ 吉方    │  │ 凶方       │  │  ← Direction Summary</a:t>
            </a:r>
            <a:br/>
            <a:r>
              <a:t>│  │ 東南 西 │  │ 西北 東北  │  │    吉: 15pt gold bold</a:t>
            </a:r>
            <a:br/>
            <a:r>
              <a:t>│  └────────┘  └────────────┘  │    凶: 15pt red bold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┌────────────────────────┐  │</a:t>
            </a:r>
            <a:br/>
            <a:r>
              <a:t>│  │  🧭  分析此地風水       │  │  ← analyze button</a:t>
            </a:r>
            <a:br/>
            <a:r>
              <a:t>│  └────────────────────────┘  │    bg rgba(green,0.08)</a:t>
            </a:r>
            <a:br/>
            <a:r>
              <a:t>│                              │    border rgba(green,0.2)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【感測器】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GPS: expo-location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Accuracy.Balanced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reverseGeocodeAsync()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Magnetometer: expo-sensors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200ms 更新間隔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計算方位角 (heading)</a:t>
            </a:r>
          </a:p>
          <a:p>
            <a:pPr>
              <a:spcAft>
                <a:spcPts val="66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  Web平台: 跳過(無Magnetometer)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【羅盤細節】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8方位標籤 (三角函數定位)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radius: 65, fontSize分吉凶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吉方: 13pt #E8C547 bold + ●</a:t>
            </a:r>
          </a:p>
          <a:p>
            <a:pPr>
              <a:spcAft>
                <a:spcPts val="66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凶方: 同 fontSize, #C44040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普通: 11pt #6B6350 fontWeight 600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指針: 3x50 radius 2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中心點: 10x10 #E8C547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【奇門盤資料】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generateQimenChart(now)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吉門(開休生景)→吉方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凶門(死傷驚杜)→凶方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17. 靈心 — 分析結果區域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【AI 呼叫】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useFeature('heart', petLevel) 消耗額度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analyzeFengShui() → POST /ai/feng-shui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回傳: location_analysis, tips[], seat_advice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onResult() → 聊天氣泡 (type:'fengshui', data: compass grid)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300ms 後自動關閉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【結果卡片 — 靈寵解讀】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petReadingCard: bg rgba(blue,0.06), border rgba(blue,0.12), borderRadius 16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AI 回傳的 location_analysis 文字, 14pt #A0B8D0, lineHeight 24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【風水建議卡片】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bg rgba(gold,0.03), border rgba(gold,0.08)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每條 tip: icon(16pt) + text(13pt #C4B07A lineHeight 20)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【座位建議卡片】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同藍色卡片樣式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seat_advice 文字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【底部備註】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italic, centered, 小字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18. 靈魂 Phase: idle — 選擇問事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               [✕]   │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┌────────────────────────┐  │</a:t>
            </a:r>
            <a:br/>
            <a:r>
              <a:t>│  │ 🦌  主人有什麼想問...   │  │  ← petHintCard</a:t>
            </a:r>
            <a:br/>
            <a:r>
              <a:t>│  └────────────────────────┘  │    bg rgba(blue,0.06)</a:t>
            </a:r>
            <a:br/>
            <a:r>
              <a:t>│                              │</a:t>
            </a:r>
            <a:br/>
            <a:r>
              <a:t>│  ┌──────┐ ┌──────┐ ┌──────┐ │  ← 5 categories</a:t>
            </a:r>
            <a:br/>
            <a:r>
              <a:t>│  │  💼  │ │  ❤️  │ │  🏠  │ │    flex-row wrap</a:t>
            </a:r>
            <a:br/>
            <a:r>
              <a:t>│  │ 事業 │ │ 感情 │ │ 家庭 │ │    minWidth 90</a:t>
            </a:r>
            <a:br/>
            <a:r>
              <a:t>│  └──────┘ └──────┘ └──────┘ │    paddingVertical 14</a:t>
            </a:r>
            <a:br/>
            <a:r>
              <a:t>│      ┌──────┐ ┌──────┐      │    borderRadius 14</a:t>
            </a:r>
            <a:br/>
            <a:r>
              <a:t>│      │  🏥  │ │  📚  │      │</a:t>
            </a:r>
            <a:br/>
            <a:r>
              <a:t>│      │ 健康 │ │ 學業 │      │    Active:</a:t>
            </a:r>
            <a:br/>
            <a:r>
              <a:t>│      └──────┘ └──────┘      │    bg rgba(gold,0.12)</a:t>
            </a:r>
            <a:br/>
            <a:r>
              <a:t>│                              │    border rgba(gold,0.4)</a:t>
            </a:r>
            <a:br/>
            <a:r>
              <a:t>│  輸入問題 (選填)              │    label gold, bold</a:t>
            </a:r>
            <a:br/>
            <a:r>
              <a:t>│  ┌────────────────────────┐  │</a:t>
            </a:r>
            <a:br/>
            <a:r>
              <a:t>│  │ 我今年適合換工作嗎？     │  │    Inactive:</a:t>
            </a:r>
            <a:br/>
            <a:r>
              <a:t>│  │                        │  │    bg rgba(gold,0.04)</a:t>
            </a:r>
            <a:br/>
            <a:r>
              <a:t>│  └────────────────────────┘  │    border rgba(gold,0.1)</a:t>
            </a:r>
            <a:br/>
            <a:r>
              <a:t>│  maxLength: 100, multiline   │    label #8B7D5E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┌────────────────────────┐  │  ← emoji fontSize 22</a:t>
            </a:r>
            <a:br/>
            <a:r>
              <a:t>│  │  🏮     起卦問靈        │  │</a:t>
            </a:r>
            <a:br/>
            <a:r>
              <a:t>│  └────────────────────────┘  │  ← 主按鈕</a:t>
            </a:r>
            <a:br/>
            <a:r>
              <a:t>│  (未選類別時 disabled 0.3)    │    🏮 28pt + text 18pt</a:t>
            </a:r>
            <a:br/>
            <a:r>
              <a:t>│                              │    bold, letterSpacing 4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【五大問事類別】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career 事業 💼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love   感情 ❤️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family 家庭 🏠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health 健康 🏥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study  學業 📚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【問題輸入框】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TextInput multiline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maxLength: 100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minHeight: 50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placeholder: #5A5040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選填，不填也可起卦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【啟動條件】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必須選擇類別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未選: 按鈕 opacity 0.3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已選: 正常顯示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19. 靈魂 Phase: shaking — 搖卦動畫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【視覺元素】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八卦符號:</a:t>
            </a:r>
          </a:p>
          <a:p>
            <a:pPr>
              <a:spcAft>
                <a:spcPts val="840"/>
              </a:spcAft>
              <a:defRPr sz="1400" b="0">
                <a:solidFill>
                  <a:srgbClr val="E8C547"/>
                </a:solidFill>
                <a:latin typeface="Microsoft JhengHei"/>
              </a:defRPr>
            </a:pPr>
            <a:r>
              <a:t>  ☰☷☳☴☵☲☶☱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fontSize 28, #E8C547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letterSpacing 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opacity 0.6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搖卦文字: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  '卦象凝聚中...'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fontSize 16, #C4B07A, serif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靈寵通靈: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petEmoji + 通靈文字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rgba(blue,0.06)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【震動回饋】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Vibration.vibrate([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  0, 80, 60, 80, 60, 80, 60, 150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])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Web 平台: 跳過 (Platform guard)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【時間控制】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setTimeout 1500ms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切換至 result phase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【占卜引擎】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performHexagramDivination(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category, question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隨機本卦 + 變爻 + 變卦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依類別取得解讀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20. 靈魂 Phase: result — 占卜結果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      ䷀                   │  ← Unicode 卦象 64pt</a:t>
            </a:r>
            <a:br/>
            <a:r>
              <a:t>│    第1卦 · 乾                │  ← 20pt gold bold</a:t>
            </a:r>
            <a:br/>
            <a:r>
              <a:t>│                              │    letterSpacing 4</a:t>
            </a:r>
            <a:br/>
            <a:r>
              <a:t>│  ┌────────────────────────┐  │</a:t>
            </a:r>
            <a:br/>
            <a:r>
              <a:t>│  │    「元亨利貞」         │  │  ← oracle 18pt gold</a:t>
            </a:r>
            <a:br/>
            <a:r>
              <a:t>│  └────────────────────────┘  │    letterSpacing 4</a:t>
            </a:r>
            <a:br/>
            <a:r>
              <a:t>│                              │    bg rgba(gold,0.06)</a:t>
            </a:r>
            <a:br/>
            <a:r>
              <a:t>│  天行健，君子以自強不息      │  ← mystical 14pt #8B7D5E</a:t>
            </a:r>
            <a:br/>
            <a:r>
              <a:t>│                              │    italic, lineHeight 22</a:t>
            </a:r>
            <a:br/>
            <a:r>
              <a:t>│  ┌── 問事解讀 ─────────────┐ │</a:t>
            </a:r>
            <a:br/>
            <a:r>
              <a:t>│  │ 💼 事業         [大宜]  │ │  ← verdict badge</a:t>
            </a:r>
            <a:br/>
            <a:r>
              <a:t>│  │                         │ │    色彩: getHexagramColor()</a:t>
            </a:r>
            <a:br/>
            <a:r>
              <a:t>│  │ 天道運行不息，此卦       │ │  ← guidance 15pt #C4B07A</a:t>
            </a:r>
            <a:br/>
            <a:r>
              <a:t>│  │ 示意進取之機...          │ │    lineHeight 24</a:t>
            </a:r>
            <a:br/>
            <a:r>
              <a:t>│  │                         │ │</a:t>
            </a:r>
            <a:br/>
            <a:r>
              <a:t>│  │ 七日內宜行動             │ │  ← timing 12pt #6B6350</a:t>
            </a:r>
            <a:br/>
            <a:r>
              <a:t>│  └──────────────────────────┘ │</a:t>
            </a:r>
            <a:br/>
            <a:r>
              <a:t>│                              │</a:t>
            </a:r>
            <a:br/>
            <a:r>
              <a:t>│  ┌上卦┐ ┌下卦┐ ┌五行┐ ┌運勢┐ │  ← 4 info items</a:t>
            </a:r>
            <a:br/>
            <a:r>
              <a:t>│  │ 乾 │ │ 乾 │ │ 金 │ │大吉│ │    label 9pt #6B6350</a:t>
            </a:r>
            <a:br/>
            <a:r>
              <a:t>│  └───┘ └───┘ └───┘ └───┘ │    value 14pt #C4B07A bold</a:t>
            </a:r>
            <a:br/>
            <a:r>
              <a:t>│                              │    運勢: dynamic color</a:t>
            </a:r>
            <a:br/>
            <a:r>
              <a:t>│  ── 變卦 ──                  │</a:t>
            </a:r>
            <a:br/>
            <a:r>
              <a:t>│  ┌──────────────────────┐    │  ← bg rgba(purple,0.04)</a:t>
            </a:r>
            <a:br/>
            <a:r>
              <a:t>│  │  ䷁  坤              │    │    border rgba(purple,0.12)</a:t>
            </a:r>
            <a:br/>
            <a:r>
              <a:t>│  │  地勢坤，君子以厚德...│    │    symbol 40pt</a:t>
            </a:r>
            <a:br/>
            <a:r>
              <a:t>│  │  變爻：第1、3爻       │    │    name 16pt #A78BFA bold</a:t>
            </a:r>
            <a:br/>
            <a:r>
              <a:t>│  └──────────────────────┘    │</a:t>
            </a:r>
            <a:br/>
            <a:r>
              <a:t>│                              │</a:t>
            </a:r>
            <a:br/>
            <a:r>
              <a:t>│  [🔗 分享]    [🏮 再卜一卦]  │  ← 2 action buttons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【Verdict 色彩】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大宜: 金色 (gold)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宜:   淡金 (gold dim)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中:   灰色 (muted)</a:t>
            </a:r>
          </a:p>
          <a:p>
            <a:pPr>
              <a:spcAft>
                <a:spcPts val="660"/>
              </a:spcAft>
              <a:defRPr sz="1100" b="0">
                <a:solidFill>
                  <a:srgbClr val="FFA040"/>
                </a:solidFill>
                <a:latin typeface="Microsoft JhengHei"/>
              </a:defRPr>
            </a:pPr>
            <a:r>
              <a:t>不宜: 橙色</a:t>
            </a:r>
          </a:p>
          <a:p>
            <a:pPr>
              <a:spcAft>
                <a:spcPts val="66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大忌: 紅色 (danger)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【變卦卡片】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bg rgba(purple,0.04)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border rgba(purple,0.12)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symbol: 40pt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name: 16pt #A78BFA bold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letterSpacing 3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oracle: 13pt #B0A0C8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changing lines: 11pt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【動作按鈕】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分享: bg rgba(gold,0.06)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 rgba(gold,0.12)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text #C4B07A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再卜: bg rgba(gold,0.12)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 rgba(gold,0.25)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  text #E8C547 bold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0"/>
            <a:ext cx="137160" cy="54864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C547"/>
                </a:solidFill>
                <a:latin typeface="Microsoft JhengHei"/>
              </a:defRPr>
            </a:pPr>
            <a:r>
              <a:t>第五部分：輔助元件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UpgradeModal · Profile · Language · WheelPicker · ErrorBoundary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21. UpgradeModal — 升級方案彈窗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 overlay rgba(0,0,0,0.7) ───────┐</a:t>
            </a:r>
            <a:br/>
            <a:r>
              <a:t>│                                        │</a:t>
            </a:r>
            <a:br/>
            <a:r>
              <a:t>│   ┌──────────────────────────────┐     │</a:t>
            </a:r>
            <a:br/>
            <a:r>
              <a:t>│   │                              │     │  ← width 85%</a:t>
            </a:r>
            <a:br/>
            <a:r>
              <a:t>│   │  🐉  主人，今天次數用完了... │     │    padding 24</a:t>
            </a:r>
            <a:br/>
            <a:r>
              <a:t>│   │  升級之後靈寵可以為你做      │     │    borderRadius 20</a:t>
            </a:r>
            <a:br/>
            <a:r>
              <a:t>│   │  更多事喔！                  │     │    bg #0D0D15</a:t>
            </a:r>
            <a:br/>
            <a:r>
              <a:t>│   │                              │     │    border rgba(gold,0.15)</a:t>
            </a:r>
            <a:br/>
            <a:r>
              <a:t>│   │  ┌── ⭐ 靈犀會員 ────────┐  │     │</a:t>
            </a:r>
            <a:br/>
            <a:r>
              <a:t>│   │  │                $390/月 │  │     │  ← 金色系卡片</a:t>
            </a:r>
            <a:br/>
            <a:r>
              <a:t>│   │  │  · 靈眼/靈心/靈魂     │  │     │    bg rgba(gold,0.06)</a:t>
            </a:r>
            <a:br/>
            <a:r>
              <a:t>│   │  │    5次/日              │  │     │    border rgba(gold,0.15)</a:t>
            </a:r>
            <a:br/>
            <a:r>
              <a:t>│   │  │  · 靈寵上限 Lv.20     │  │     │    radius 14</a:t>
            </a:r>
            <a:br/>
            <a:r>
              <a:t>│   │  │  · AI 深度解讀 Sonnet  │  │     │</a:t>
            </a:r>
            <a:br/>
            <a:r>
              <a:t>│   │  │  ┌──────────────────┐ │  │     │    features: 12pt #6B6350</a:t>
            </a:r>
            <a:br/>
            <a:r>
              <a:t>│   │  │  │    立即升級       │ │  │     │    lineHeight 20</a:t>
            </a:r>
            <a:br/>
            <a:r>
              <a:t>│   │  │  └──────────────────┘ │  │     │</a:t>
            </a:r>
            <a:br/>
            <a:r>
              <a:t>│   │  └────────────────────────┘  │     │    btn: bg rgba(gold,0.12)</a:t>
            </a:r>
            <a:br/>
            <a:r>
              <a:t>│   │                              │     │         text #E8C547</a:t>
            </a:r>
            <a:br/>
            <a:r>
              <a:t>│   │  ┌── 👑 靈犀至尊 ────────┐  │     │</a:t>
            </a:r>
            <a:br/>
            <a:r>
              <a:t>│   │  │              $1,990/月 │  │     │  ← 紫色系卡片</a:t>
            </a:r>
            <a:br/>
            <a:r>
              <a:t>│   │  │  · 全功能無限使用      │  │     │    bg rgba(purple,0.06)</a:t>
            </a:r>
            <a:br/>
            <a:r>
              <a:t>│   │  │  · 靈寵等級無上限      │  │     │    border rgba(purple,0.15)</a:t>
            </a:r>
            <a:br/>
            <a:r>
              <a:t>│   │  │  · 專屬進化 + 皮膚     │  │     │</a:t>
            </a:r>
            <a:br/>
            <a:r>
              <a:t>│   │  │  ┌──────────────────┐ │  │     │    btn: bg rgba(purple,0.12)</a:t>
            </a:r>
            <a:br/>
            <a:r>
              <a:t>│   │  │  │    立即升級       │ │  │     │         text #A78BFA</a:t>
            </a:r>
            <a:br/>
            <a:r>
              <a:t>│   │  │  └──────────────────┘ │  │     │</a:t>
            </a:r>
            <a:br/>
            <a:r>
              <a:t>│   │  └────────────────────────┘  │     │</a:t>
            </a:r>
            <a:br/>
            <a:r>
              <a:t>│   │                              │     │</a:t>
            </a:r>
            <a:br/>
            <a:r>
              <a:t>│   │         明天再來             │     │  ← 14pt #5A5040</a:t>
            </a:r>
            <a:br/>
            <a:r>
              <a:t>│   │                              │     │    paddingVertical 14</a:t>
            </a:r>
            <a:br/>
            <a:r>
              <a:t>│   └──────────────────────────────┘     │</a:t>
            </a:r>
            <a:br/>
            <a:r>
              <a:t>│                                        │</a:t>
            </a:r>
            <a:br/>
            <a:r>
              <a:t>└────────────────────────────────────────┘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【購買流程】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1. 點擊方案卡片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2. purchasePlan(planId)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3. RevenueCat getOfferings()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4. 找到對應 package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5. purchasePackage()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6. 成功 → customerInfo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7. 映射 entitlement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→ PlanType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8. userStore.setPremium()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9. 關閉 Modal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【Plan IDs】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lingxi_member_monthly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lingxi_supreme_monthly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【Loading】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isPurchasing 狀態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ActivityIndicator 顯示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【靈寵口吻】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用 petEmoji + petName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模擬靈寵說話勸購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22. Profile Screen — 我的設定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53035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C4B07A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  <a:br/>
            <a:r>
              <a:t>│   我的                       │  ← MaShanZheng 28pt gold</a:t>
            </a:r>
            <a:br/>
            <a:r>
              <a:t>│                              │    padding 20, paddingTop 62</a:t>
            </a:r>
            <a:br/>
            <a:r>
              <a:t>│  ┌──────────────────────────┐│</a:t>
            </a:r>
            <a:br/>
            <a:r>
              <a:t>│  │ 🦌   青芽鹿              ││  ← User Card</a:t>
            </a:r>
            <a:br/>
            <a:r>
              <a:t>│  │      Lv.1 青芽鹿         ││    borderRadius 16</a:t>
            </a:r>
            <a:br/>
            <a:r>
              <a:t>│  │      木系·立春     [FREE] ││    bg rgba(blue,0.06)</a:t>
            </a:r>
            <a:br/>
            <a:r>
              <a:t>│  └──────────────────────────┘│    border rgba(blue,0.12)</a:t>
            </a:r>
            <a:br/>
            <a:r>
              <a:t>│                              │</a:t>
            </a:r>
            <a:br/>
            <a:r>
              <a:t>│  ┌──────────────────────────┐│</a:t>
            </a:r>
            <a:br/>
            <a:r>
              <a:t>│  │ ⭐ 升級會員解鎖更多功能  ││  ← Free用戶限定</a:t>
            </a:r>
            <a:br/>
            <a:r>
              <a:t>│  └──────────────────────────┘│    bg rgba(gold,0.08)</a:t>
            </a:r>
            <a:br/>
            <a:r>
              <a:t>│                              │    border rgba(gold,0.2)</a:t>
            </a:r>
            <a:br/>
            <a:r>
              <a:t>│  語言設定                    │</a:t>
            </a:r>
            <a:br/>
            <a:r>
              <a:t>│  ┌──────────────────────────┐│</a:t>
            </a:r>
            <a:br/>
            <a:r>
              <a:t>│  │ LanguageSelector         ││</a:t>
            </a:r>
            <a:br/>
            <a:r>
              <a:t>│  └──────────────────────────┘│</a:t>
            </a:r>
            <a:br/>
            <a:r>
              <a:t>│                              │</a:t>
            </a:r>
            <a:br/>
            <a:r>
              <a:t>│  命盤資料                    │</a:t>
            </a:r>
            <a:br/>
            <a:r>
              <a:t>│  ┌──────────────────────────┐│</a:t>
            </a:r>
            <a:br/>
            <a:r>
              <a:t>│  │ 八字      甲子 乙丑...   ││  ← label 12pt #6B6350</a:t>
            </a:r>
            <a:br/>
            <a:r>
              <a:t>│  │ 紫微主星  紫微            ││    value 13pt #C4B07A</a:t>
            </a:r>
            <a:br/>
            <a:r>
              <a:t>│  │ 星座      天秤座          ││</a:t>
            </a:r>
            <a:br/>
            <a:r>
              <a:t>│  │ 節氣靈寵  🦌 青芽鹿       ││</a:t>
            </a:r>
            <a:br/>
            <a:r>
              <a:t>│  └──────────────────────────┘│</a:t>
            </a:r>
            <a:br/>
            <a:r>
              <a:t>│                              │</a:t>
            </a:r>
            <a:br/>
            <a:r>
              <a:t>│  其他                        │</a:t>
            </a:r>
            <a:br/>
            <a:r>
              <a:t>│  ┌──────────────────────────┐│</a:t>
            </a:r>
            <a:br/>
            <a:r>
              <a:t>│  │ 通知設定              ›  ││  ← 14pt #C4B07A</a:t>
            </a:r>
            <a:br/>
            <a:r>
              <a:t>│  │ 隱私權政策            ›  ││    arrow ›  18pt #5A5040</a:t>
            </a:r>
            <a:br/>
            <a:r>
              <a:t>│  │ 服務條款              ›  ││</a:t>
            </a:r>
            <a:br/>
            <a:r>
              <a:t>│  │ 關於靈犀              ›  ││</a:t>
            </a:r>
            <a:br/>
            <a:r>
              <a:t>│  │ 恢復購買              ›  ││</a:t>
            </a:r>
            <a:br/>
            <a:r>
              <a:t>│  │ 登出                     ││  ← #C44040 紅色</a:t>
            </a:r>
            <a:br/>
            <a:r>
              <a:t>│  └──────────────────────────┘│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05156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【User Card 細節】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 emoji: fontSize 36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Name: 18pt #E8C547 bold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Subtitle: 11pt #6B6350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'Lv.N Name · Element系 · SolarTerm'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Plan badge: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paddingV 4, paddingH 10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borderRadius 10</a:t>
            </a:r>
          </a:p>
          <a:p>
            <a:pPr>
              <a:spcAft>
                <a:spcPts val="66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  Normal: gold/rgba(gold,0.12)</a:t>
            </a:r>
          </a:p>
          <a:p>
            <a:pPr>
              <a:spcAft>
                <a:spcPts val="66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  Supreme: purple/rgba(purple,0.12)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【Section 標籤】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fontSize 12, #8B7D5E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letterSpacing 2, serif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【登出邏輯】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Alert 確認對話框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authStore.logout()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清除 JWT Token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導航回 /auth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80"/>
              </a:spcAft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【恢復購買】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restorePurchases()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→ 更新 planType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23-25. LanguageSelector · WheelPicker · ErrorBoundary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【23. LanguageSelector】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Selector Button: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flag(22pt) + label(15pt #C4B07A)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+ arrow ›(20pt #6B6350)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rgba(gold,0.04), radius 12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Modal (slide-up sheet):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overlay: rgba(0,0,0,0.7)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#12121A, topRadius 20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maxHeight 70%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header: title 18pt + ✕ close 20pt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6 language rows: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flag(26pt) + name(16pt)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active: gold bg, bold, ✓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  row separator: rgba(w,0.03)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【24. WheelPicker】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ITEM_HEIGHT: 44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VISIBLE_ITEMS: 5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PICKER_HEIGHT: 220 (44×5)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snapToInterval: 44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deceleration: 'fast'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Selection: gold 25% top/bottom border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rgba(gold,0.06) at position 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Selected: 18pt #E8C547 fontWeight 600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Adjacent: 16pt #8B7D5E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Far: 14pt #5A5040 opacity 0.5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【25. ErrorBoundary】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Class component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🔮 fontSize 48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Title: 20pt #E8C547 bold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'靈犀遇到了意外狀況'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Retry: padding 12/32, radius 12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bg rgba(gold,0.12), text gold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0"/>
            <a:ext cx="137160" cy="54864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C547"/>
                </a:solidFill>
                <a:latin typeface="Microsoft JhengHei"/>
              </a:defRPr>
            </a:pPr>
            <a:r>
              <a:t>第六部分：資料架構與系統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狀態管理 · 訂閱方案 · 節氣靈寵 · i18n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26. Zustand 狀態管理 — 4 個 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【auth-store】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isAuthenticated: boolean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isLoading: boolean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user: {id, email, name, planType}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error: string | null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Actions: login, register,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loginWithApple, logout, checkAuth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持久化: isAuthenticated + user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【user-store】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userName, birthYear/Month/Day/Hour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calendarType, gender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bazi, ziwei, astrology (命理資料)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isPremium, planType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dailyUsage: {heart, eye, soul}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lastUsageDate: string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Actions: setOnboarding, setPremium,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useFeature, getRemainingUses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【pet-store】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petId, name, creature, element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solarTerm, season, zodiac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personality, emoji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level, exp, expToNext, evolution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power, affinity, wisdom, mood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Actions: initPet, feed, play,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meditate, addExp, canLevelUp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EXP 公式: 每級 ×1.3 遞增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初始: 100, Lv2: 130, Lv3: 169...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【chat-store】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messages: ChatMessage[] (max 200)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ChatMessage: {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id, time, type, text,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classicQuote?, data?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}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Actions: addMessage,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  clearOldMessages, getMessagesByDate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所有 Store: Zustand + AsyncStorage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27. 訂閱方案對照表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                Free          Member ⭐         Supreme 👑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月費            $0            $390/月            $1,990/月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Plan ID         free          lingxi_member      lingxi_supreme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每功能/日       1 次           5 次               999 次 (無限)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等級上限        Lv.10          Lv.20              無上限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進化上限        1 階           2 階               5 階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AI 模型         基礎模板       Claude Haiku       Claude Sonnet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【靈寵等級加成】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Lv.10+ → 每日額外 +1 次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Lv.20+ → 每日額外 +2 次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(至尊版不適用 — 本身已是無限)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【觸發升級的時機】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• 養成動作達到等級上限 (canLevelUp() = false)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• 功能使用次數耗盡 (getRemainingUses() = 0)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• Profile 頁面的升級 CTA (Free 用戶)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28. 二十四節氣靈寵系統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64C880"/>
                </a:solidFill>
                <a:latin typeface="Microsoft JhengHei"/>
              </a:defRPr>
            </a:pPr>
            <a:r>
              <a:t>【春季 6 隻】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立春  🦌 青芽鹿  木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雨水  🐸 潤澤蛙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驚蟄  🐲 雷蟲龍  木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春分  🦋 衡翼蝶  木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清明  🦢 清風鶴  木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穀雨  🐰 穀靈兔  土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FF6B6B"/>
                </a:solidFill>
                <a:latin typeface="Microsoft JhengHei"/>
              </a:defRPr>
            </a:pPr>
            <a:r>
              <a:t>【夏季 6 隻】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立夏  🪲 炎蟬精  火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小滿  🦊 金穗狐  火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芒種  🐦 芒鳳雀  火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夏至  🦁 日輪獅  火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小暑  ✨ 螢火靈  火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大暑  🦅 烈陽鷹  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E0C0"/>
                </a:solidFill>
                <a:latin typeface="Microsoft JhengHei"/>
              </a:defRPr>
            </a:pPr>
            <a:r>
              <a:t>【秋季 6 隻】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立秋  🐯 金風虎  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處暑  🪲 涼蟬仙  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白露  🐍 露珠蛇  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秋分  🦢 月衡鶴  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寒露  🐱 霜菊貓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霜降  🐺 霜狼靈  水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【冬季 6 隻】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立冬  🐻 冬眠熊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小雪  🐇 雪兔仙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大雪  🦉 雪鴞靈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冬至  🐉 玄冰龍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小寒  🐋 寒星鯨  水</a:t>
            </a:r>
          </a:p>
          <a:p>
            <a:pPr>
              <a:spcAft>
                <a:spcPts val="720"/>
              </a:spcAft>
              <a:defRPr sz="1200" b="0">
                <a:solidFill>
                  <a:srgbClr val="8B7D5E"/>
                </a:solidFill>
                <a:latin typeface="Microsoft JhengHei"/>
              </a:defRPr>
            </a:pPr>
            <a:r>
              <a:t>大寒  🔥 極光鳳  土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每隻靈寵有獨特個性描述</a:t>
            </a:r>
          </a:p>
          <a:p>
            <a:pPr>
              <a:spcAft>
                <a:spcPts val="720"/>
              </a:spcAft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影響對話語氣和敘事風格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29. i18n 多語言系統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【基本資訊】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框架: react-i18next 16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每 locale: 351 個翻譯鍵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Fallback: English (en)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偵測: 自動偵測系統語言</a:t>
            </a:r>
          </a:p>
          <a:p>
            <a:pPr>
              <a:spcAft>
                <a:spcPts val="36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【翻譯命名空間】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app       應用程式名稱/標語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auth      登入/註冊表單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onboarding 引導流程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tabs      Tab 標籤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       靈寵相關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actionBar 動作列標籤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chat      聊天回應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eye/heart/pearl 三大功能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home      運勢維度名稱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profile   個人設定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subscription/upgrade 訂閱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ziwei/astrology 命理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directions 八方位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petUnlock 等級解鎖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common    通用文字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【靈寵多語言稱呼】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zh-TW: 主人  (親切可愛)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zh-CN: 主人  (亲切可爱)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ja:   ご主人様 (親しみやすく)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en:   Master (warm, playful)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de:   Meister (warm, verspielt)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fr:   Maître (chaleureux)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【五行性格對語氣影響】</a:t>
            </a:r>
          </a:p>
          <a:p>
            <a:pPr>
              <a:spcAft>
                <a:spcPts val="660"/>
              </a:spcAft>
              <a:defRPr sz="1100" b="0">
                <a:solidFill>
                  <a:srgbClr val="64B4FF"/>
                </a:solidFill>
                <a:latin typeface="Microsoft JhengHei"/>
              </a:defRPr>
            </a:pPr>
            <a:r>
              <a:t>水系靈寵 → 溫柔語氣</a:t>
            </a:r>
          </a:p>
          <a:p>
            <a:pPr>
              <a:spcAft>
                <a:spcPts val="660"/>
              </a:spcAft>
              <a:defRPr sz="1100" b="0">
                <a:solidFill>
                  <a:srgbClr val="FF6B6B"/>
                </a:solidFill>
                <a:latin typeface="Microsoft JhengHei"/>
              </a:defRPr>
            </a:pPr>
            <a:r>
              <a:t>火系靈寵 → 熱情語氣</a:t>
            </a:r>
          </a:p>
          <a:p>
            <a:pPr>
              <a:spcAft>
                <a:spcPts val="660"/>
              </a:spcAft>
              <a:defRPr sz="1100" b="0">
                <a:solidFill>
                  <a:srgbClr val="64C880"/>
                </a:solidFill>
                <a:latin typeface="Microsoft JhengHei"/>
              </a:defRPr>
            </a:pPr>
            <a:r>
              <a:t>木系靈寵 → 溫和語氣</a:t>
            </a:r>
          </a:p>
          <a:p>
            <a:pPr>
              <a:spcAft>
                <a:spcPts val="660"/>
              </a:spcAft>
              <a:defRPr sz="1100" b="0">
                <a:solidFill>
                  <a:srgbClr val="E8E0C0"/>
                </a:solidFill>
                <a:latin typeface="Microsoft JhengHei"/>
              </a:defRPr>
            </a:pPr>
            <a:r>
              <a:t>金系靈寵 → 敏銳語氣</a:t>
            </a:r>
          </a:p>
          <a:p>
            <a:pPr>
              <a:spcAft>
                <a:spcPts val="660"/>
              </a:spcAft>
              <a:defRPr sz="1100" b="0">
                <a:solidFill>
                  <a:srgbClr val="C8A060"/>
                </a:solidFill>
                <a:latin typeface="Microsoft JhengHei"/>
              </a:defRPr>
            </a:pPr>
            <a:r>
              <a:t>土系靈寵 → 穩重語氣</a:t>
            </a:r>
          </a:p>
          <a:p>
            <a:pPr>
              <a:spcAft>
                <a:spcPts val="48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【語言切換觸發點】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1. Onboarding Step 0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2. Profile → LanguageSelector</a:t>
            </a:r>
          </a:p>
          <a:p>
            <a:pPr>
              <a:spcAft>
                <a:spcPts val="66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切換後全 UI 即時更新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Microsoft JhengHei"/>
              </a:defRPr>
            </a:pPr>
            <a:r>
              <a:t>30. 完整 Emoji 使用地圖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18288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【Tab / 導航】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🔮 Tab bar (靈寵)  |  ⚙️ Tab bar (設定)  |  🌐 語言選擇  |  🐉 歡迎/預設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【ActionBar】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🍖 餵食  |  🎾 玩耍  |  🧘 冥想  |  👁 靈眼  |  🌍 靈心  |  🏮 靈魂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【靈眼】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👤 人臉框佔位  |  🧑 掃描中  |  ⭐ 星級  |  🧭 方位  |  🔢 數字  |  🎨 色彩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【靈心】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● 方位標記  |  🧭 分析按鈕/方位  |  🔄 Loading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【靈魂】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💼 事業 | ❤️ 感情 | 🏠 家庭 | 🏥 健康 | 📚 學業 | ☰☷☳☴☵☲☶☱ 八卦 | ❓ 問題回顯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【系統】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⬆️ 升級  |  🌟 進化  |  ⭐ 會員  |  👑 至尊  |  ✓ 選中  |  ✕ 關閉  |  ♂♀ 性別</a:t>
            </a:r>
          </a:p>
          <a:p>
            <a:pPr>
              <a:spcAft>
                <a:spcPts val="24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【Onboarding 等級解鎖】</a:t>
            </a:r>
          </a:p>
          <a:p>
            <a:pPr>
              <a:spcAft>
                <a:spcPts val="66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💬 Lv1 基本對話  |  🔔 Lv3 運勢提醒  |  👔 Lv5 穿搭建議  |  🧭 Lv8 方位  |  ✨ Lv10 進化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C547"/>
                </a:solidFill>
                <a:latin typeface="Microsoft JhengHei"/>
              </a:defRPr>
            </a:pPr>
            <a:r>
              <a:t>完整 UI 拆解結束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4B07A"/>
                </a:solidFill>
                <a:latin typeface="Microsoft JhengHei"/>
              </a:defRPr>
            </a:pPr>
            <a:r>
              <a:t>共 30+ 頁，涵蓋所有畫面、元件、互動細節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040"/>
                </a:solidFill>
                <a:latin typeface="Microsoft JhengHei"/>
              </a:defRPr>
            </a:pPr>
            <a:r>
              <a:t>靈犀 LingXi  |  2026-03-03  |  基於程式碼分析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