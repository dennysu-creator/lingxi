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0C8D0"/>
                </a:solidFill>
                <a:latin typeface="Microsoft JhengHei"/>
              </a:defRPr>
            </a:pPr>
            <a:r>
              <a:t>AI 玄學生活顧問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890"/>
                </a:solidFill>
                <a:latin typeface="Microsoft JhengHei"/>
              </a:defRPr>
            </a:pPr>
            <a:r>
              <a:t>你的命理寵物，掌中的東方智慧</a:t>
            </a:r>
            <a:br/>
            <a:br/>
            <a:r>
              <a:t>萬物皆有靈 — 命理 × AI × 寵物養成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860"/>
                </a:solidFill>
                <a:latin typeface="Microsoft JhengHei"/>
              </a:defRPr>
            </a:pPr>
            <a:r>
              <a:t>LING XI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App 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靈犀是什麼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結合 AI 智能與東方命理的生活顧問 App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用戶擁有根據出生節氣配對的專屬靈寵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靈寵以第一人稱口吻傳達所有命理分析結果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三大核心功能：面相分析、風水羅盤、易經占卜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目標用戶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對命理玄學有興趣的年輕族群（20-40 歲）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需要日常運勢指引與生活建議的用戶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喜歡寵物養成、收集元素的休閒玩家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覆蓋 6 種語言的國際用戶群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核心價值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個人化：八字 + 紫微 + 奇門 + 占星綜合分析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對話式：所有結果以靈寵聊天氣泡呈現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養成感：靈寵會升級、進化、解鎖新能力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技術棧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React Native 0.81.5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Expo SDK 54 + Expo Router 6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Zustand 5 + AsyncStorage 持久化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react-i18next（6 語言 / 351 鍵）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expo-camera（面相拍照）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expo-location（GPS 定位）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expo-sensors（磁力計羅盤）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後端 &amp; 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Cloud Run（asia-east1）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Claude API（後端代理，前端零 Key）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JWT 認證 + 自動刷新 Token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RevenueCat 訂閱內購管理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──────────────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主色調：東方神秘金 #E8C547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背景：深空黑 #08080F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字型：NotoSerifTC + MaShanZheng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畫面導航流程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8D0"/>
                </a:solidFill>
                <a:latin typeface="Consolas"/>
              </a:defRPr>
            </a:pPr>
            <a:r>
              <a:t>            App 啟動</a:t>
            </a:r>
            <a:br/>
            <a:r>
              <a:t>               │</a:t>
            </a:r>
            <a:br/>
            <a:r>
              <a:t>       ┌───────┼───────┐</a:t>
            </a:r>
            <a:br/>
            <a:r>
              <a:t>       │       │       │</a:t>
            </a:r>
            <a:br/>
            <a:r>
              <a:t>     未登入   未引導   已完成</a:t>
            </a:r>
            <a:br/>
            <a:r>
              <a:t>       │       │       │</a:t>
            </a:r>
            <a:br/>
            <a:r>
              <a:t>     Auth    Onboard   Tabs</a:t>
            </a:r>
            <a:br/>
            <a:r>
              <a:t>     登入頁   引導頁    │</a:t>
            </a:r>
            <a:br/>
            <a:r>
              <a:t>       │       │    ┌──┴──┐</a:t>
            </a:r>
            <a:br/>
            <a:r>
              <a:t>       └──►────┘    │     │</a:t>
            </a:r>
            <a:br/>
            <a:r>
              <a:t>                   Pet  Profile</a:t>
            </a:r>
            <a:br/>
            <a:r>
              <a:t>                 靈寵中心  我的</a:t>
            </a:r>
            <a:br/>
            <a:r>
              <a:t>                   │</a:t>
            </a:r>
            <a:br/>
            <a:r>
              <a:t>          ┌────────┼────────┐</a:t>
            </a:r>
            <a:br/>
            <a:r>
              <a:t>          │        │        │</a:t>
            </a:r>
            <a:br/>
            <a:r>
              <a:t>        靈眼     靈心     靈魂</a:t>
            </a:r>
            <a:br/>
            <a:r>
              <a:t>       (Modal)  (Modal)  (Modal)</a:t>
            </a:r>
            <a:br/>
            <a:r>
              <a:t>       面相分析  風水分析  易經占卜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890"/>
                </a:solidFill>
                <a:latin typeface="Microsoft JhengHei"/>
              </a:defRPr>
            </a:pPr>
            <a:r>
              <a:t>Root Layout 自動路由守衛 · DEV_SKIP_AUTH 開發模式 · 3 功能以全螢幕 Modal Overlay 呈現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Onboarding 引導流程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Step 0 — 語言選擇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6 種語言列表（國旗 + 原生名稱）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即時切換，立即生效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Step 1 — 歡迎頁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品牌 Logo「靈犀」書法字體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副標題：AI 玄學生活顧問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Step 2 — 輸入姓名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簡潔文字輸入框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Step 3 — 出生資料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曆法切換（國曆/農曆）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滾輪式日期選擇器 (WheelPicker)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十二時辰選擇（含「不知道」選項）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Step 4 — 靈寵召喚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出生月日 → 匹配 24 節氣靈寵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自動計算：八字四柱 + 紫微命盤 + 太陽星座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展示等級解鎖路線圖 + 三種訂閱方案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主介面 — 靈寵中心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畫面四層結構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StatusBar：「靈犀」書法字 + 農曆日期時辰 + 等級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PetAvatar：浮動動畫 + EXP 進度條 + 進化星級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PetChat：可捲動聊天列表，7 種氣泡類型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ActionBar：養成(餵食/玩耍/冥想) + 功能(靈眼/靈心/靈魂)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每日運勢自動產生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進入主畫面時自動計算當日當時段運勢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四大體系：八字 35% + 紫微 30% + 奇門 25% + 占星 10%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以靈寵口吻呈現五維分數 + 幸運資訊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養成系統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餵食 +50 EXP / 玩耍 +30 EXP / 冥想 +20 EXP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升級時自動進化（每 10 級進化一階）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等級上限依訂閱方案：Free Lv.10 / Member Lv.20 / Supreme 無限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Feature 1 — 靈眼（面相分析）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👁  拍照 → 預覽確認 → Claude Vision 分析 → 靈寵口吻結果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expo-camera CameraView 前置鏡頭，base64 品質 0.7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後端 Claude Vision API（/ai/face-reading）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五官評分：天庭/眉/眼/鼻/口 各 0-100 分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AI 解讀 + 幸運物品 + 幸運方位 + 數字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模擬進度條 + 靈寵旁白陪伴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結果自動轉為聊天氣泡保存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Web 平台自動降級（無相機時顯示 placeholder）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Feature 2 — 靈心（風水分析）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🌍  GPS 定位 → 磁力計羅盤 → 奇門遁甲排盤 → AI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expo-location GPS 座標 + 反向地理編碼（地名）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expo-sensors Magnetometer 即時方位角（200ms）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8 方位：吉方金色 / 凶方紅色 / 指針即時旋轉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奇門遁甲九宮時盤：八門 + 九星配置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AI 風水分析：場所 + 建議 + 座位建議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結果以 3×3 方位宮格 + 靈寵解讀呈現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Web 平台降級（無磁力計時使用固定方位）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Feature 3 — 靈魂（易經占卜）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🔮  選擇類別 → 輸入問題 → 搖卦動畫 → 卦象結果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五大類：事業💼 / 感情❤️ / 家庭🏠 / 健康🏥 / 學業📚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64 卦完整內建：Unicode 符號 + 卦辭 + 詩意句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變卦機制：隨機變爻 → 生成變卦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每卦對每類問事有專屬 verdict + guidance + timing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搖卦震動回饋 + 1.5s 八卦符號流轉動畫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結果：大字卦象 + 卦辭 + 色彩編碼 verdict</a:t>
            </a:r>
          </a:p>
          <a:p>
            <a:pPr>
              <a:spcBef>
                <a:spcPts val="500"/>
              </a:spcBef>
              <a:defRPr sz="1300" b="0">
                <a:solidFill>
                  <a:srgbClr val="C0C8D0"/>
                </a:solidFill>
                <a:latin typeface="Microsoft JhengHei"/>
              </a:defRPr>
            </a:pPr>
            <a:r>
              <a:t>  •  上下卦 / 五行 / 變卦 / 靈寵口吻解讀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個人資料與設定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用戶資訊卡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靈寵 emoji + 名字 + 等級 + 五行 + 節氣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方案徽章：Free / Member / Supreme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命盤資料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八字四柱（如「甲子 乙丑 丙寅 丁卯」）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紫微主星 / 西洋星座 / 節氣靈寵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設定項目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語言設定（6 種語言即時切換）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推播通知 / 隱私政策 / 服務條款 / 關於靈犀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恢復購買（RevenueCat）/ 登出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六大計算引擎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東方命理系統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① 八字命理 (bazi-engine) — 權重 35%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四柱天干地支 + 五行比例分析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② 紫微斗數 (ziwei-engine) — 權重 30%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14 主星排盤 + 12 宮位對應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③ 奇門遁甲 (qimen-engine) — 權重 25%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九宮時盤 + 八門九星 + 吉凶方位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④ 六十四卦 (hexagram-engine)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文王序 64 卦 + 變爻變卦 + 五類解讀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西方 &amp; 統一引擎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⑤ 西洋占星 (astrology-engine) — 權重 10%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12 太陽星座 + 四元素↔五行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守護星 + 三態 + 性格分析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──────────────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⑥ 統一運勢 (unified-fortune-engine)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融合四大體系加權分數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五維：財運 / 感情 / 事業 / 健康 / 學業</a:t>
            </a:r>
          </a:p>
          <a:p>
            <a:pPr>
              <a:spcBef>
                <a:spcPts val="3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   幸運方位 / 色彩 / 數字 / 五行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AI 整合架構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30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8D0"/>
                </a:solidFill>
                <a:latin typeface="Consolas"/>
              </a:defRPr>
            </a:pPr>
            <a:r>
              <a:t>┌─────────┐   HTTPS/JWT   ┌─────────────┐   ┌──────────┐</a:t>
            </a:r>
            <a:br/>
            <a:r>
              <a:t>│ LingXi  │ ────────────► │  Cloud Run  │ ─►│  Claude  │</a:t>
            </a:r>
            <a:br/>
            <a:r>
              <a:t>│  App    │ ◄──────────── │  Backend    │ ◄─│   API    │</a:t>
            </a:r>
            <a:br/>
            <a:r>
              <a:t>│ (前端)  │ {data,remain} │ (asia-east1)│   │ (Vision) │</a:t>
            </a:r>
            <a:br/>
            <a:r>
              <a:t>└─────────┘               └──────┬──────┘   └──────────┘</a:t>
            </a:r>
            <a:br/>
            <a:r>
              <a:t>                                 │</a:t>
            </a:r>
            <a:br/>
            <a:r>
              <a:t>                          ┌──────┴──────┐</a:t>
            </a:r>
            <a:br/>
            <a:r>
              <a:t>                          │ RevenueCat  │</a:t>
            </a:r>
            <a:br/>
            <a:r>
              <a:t>                          │  Webhook    │</a:t>
            </a:r>
            <a:br/>
            <a:r>
              <a:t>                          └─────────────┘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08890"/>
                </a:solidFill>
                <a:latin typeface="Microsoft JhengHei"/>
              </a:defRPr>
            </a:pPr>
            <a:r>
              <a:t>6 個 AI 端點：面相 / 風水 / 運勢 / 穿搭 / 占卜 / 靈寵訊息</a:t>
            </a:r>
            <a:br/>
            <a:r>
              <a:t>前端零 API Key · JWT 認證 · 每日額度雙重控管</a:t>
            </a:r>
            <a:br/>
            <a:r>
              <a:t>離線能力：六大引擎全本地端 + 靈寵敘事者本地模板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訂閱方案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651760" cy="4846320"/>
          </a:xfrm>
          <a:prstGeom prst="roundRect">
            <a:avLst/>
          </a:prstGeom>
          <a:solidFill>
            <a:srgbClr val="101018"/>
          </a:solidFill>
          <a:ln w="19050">
            <a:solidFill>
              <a:srgbClr val="808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08890"/>
                </a:solidFill>
                <a:latin typeface="Microsoft JhengHei"/>
              </a:defRPr>
            </a:pPr>
            <a:r>
              <a:t>🆓  免費版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每功能每日 1 次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靈寵等級上限 Lv.10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進化上限 1 階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基礎模板解讀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097280"/>
            <a:ext cx="2651760" cy="4846320"/>
          </a:xfrm>
          <a:prstGeom prst="roundRect">
            <a:avLst/>
          </a:prstGeom>
          <a:solidFill>
            <a:srgbClr val="101018"/>
          </a:solidFill>
          <a:ln w="1905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⭐  靈犀會員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$390/月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每功能每日 5 次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靈寵等級上限 Lv.20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進化上限 2 階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AI Haiku 解讀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完整占星分析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097280"/>
            <a:ext cx="2651760" cy="4846320"/>
          </a:xfrm>
          <a:prstGeom prst="roundRect">
            <a:avLst/>
          </a:prstGeom>
          <a:solidFill>
            <a:srgbClr val="101018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👑  靈犀至尊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$1,990/月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全功能無限使用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靈寵等級無上限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進化 5 階全開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AI Sonnet 深度解讀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跨系統深度分析</a:t>
            </a:r>
          </a:p>
          <a:p>
            <a:pPr>
              <a:spcBef>
                <a:spcPts val="500"/>
              </a:spcBef>
              <a:defRPr sz="1100" b="0">
                <a:solidFill>
                  <a:srgbClr val="C0C8D0"/>
                </a:solidFill>
                <a:latin typeface="Microsoft JhengHei"/>
              </a:defRPr>
            </a:pPr>
            <a:r>
              <a:t>•  首飾珠寶建議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多語言支援 — 6 種語言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支援語系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🇹🇼 繁體中文 / 🇨🇳 簡體中文 / 🇯🇵 日文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🇺🇸 英文 / 🇩🇪 德文 / 🇫🇷 法文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每語系 351 個翻譯鍵，全部同步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靈寵多語言敘事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繁中：稱用戶為「主人」，親切可愛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日文：「ご主人様」，親しみやすい口調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英文：「Master」，warm and playful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德文：「Meister」/ 法文：「Maître」</a:t>
            </a:r>
          </a:p>
          <a:p>
            <a:pPr>
              <a:spcBef>
                <a:spcPts val="1200"/>
              </a:spcBef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實作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react-i18next + 自動偵測系統語言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AI Prompt 多語言包裝（i18n-prompts.ts）</a:t>
            </a:r>
          </a:p>
          <a:p>
            <a:pPr lvl="1">
              <a:spcBef>
                <a:spcPts val="2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•  Onboarding 第一步 &amp; Profile 頁可切換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架構總結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25400"/>
          </a:xfrm>
          <a:prstGeom prst="rect">
            <a:avLst/>
          </a:prstGeom>
          <a:solidFill>
            <a:srgbClr val="8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數字摘要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畫面數：4 主畫面 + 3 功能 Modal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Zustand Stores：4 個（auth/user/pet/chat）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計算引擎：6 個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AI 端點：6 個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i18n 鍵值：351 × 6 語言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靈寵種類：24 隻（二十四節氣）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易經卦象：64 卦完整內建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紫微主星：14 顆 / 12 宮位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B4FF"/>
                </a:solidFill>
                <a:latin typeface="Microsoft JhengHei"/>
              </a:defRPr>
            </a:pPr>
            <a:r>
              <a:t>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1. 對話式 UI：所有結果以聊天氣泡呈現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2. 本地優先：六大計算引擎全部前端執行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3. AI 增強：Claude API 深度解讀（可降級為本地模板）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4. 靈寵人格：24 種個性 × 6 種語言 × 第一人稱敘事</a:t>
            </a:r>
          </a:p>
          <a:p>
            <a:pPr>
              <a:spcBef>
                <a:spcPts val="400"/>
              </a:spcBef>
              <a:defRPr sz="1200" b="0">
                <a:solidFill>
                  <a:srgbClr val="C0C8D0"/>
                </a:solidFill>
                <a:latin typeface="Microsoft JhengHei"/>
              </a:defRPr>
            </a:pPr>
            <a:r>
              <a:t>  5. 階梯式變現：Free → Member → Supreme 三級訂閱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靈犀 — 萬物皆有靈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