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C4B07A"/>
                </a:solidFill>
                <a:latin typeface="Microsoft JhengHei"/>
              </a:defRPr>
            </a:pPr>
            <a:r>
              <a:t>App 畫面完整呈現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8B7D5E"/>
                </a:solidFill>
                <a:latin typeface="Microsoft JhengHei"/>
              </a:defRPr>
            </a:pPr>
            <a:r>
              <a:t>每一個使用者看到的真實頁面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A5040"/>
                </a:solidFill>
                <a:latin typeface="Microsoft JhengHei"/>
              </a:defRPr>
            </a:pPr>
            <a:r>
              <a:t>2026-03-03  ·  基於實際程式碼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登入 / 註冊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登入畫面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1719072"/>
            <a:ext cx="2414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2176272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2633472"/>
            <a:ext cx="195681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633472"/>
            <a:ext cx="19568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01010"/>
                </a:solidFill>
                <a:latin typeface="Microsoft JhengHei"/>
              </a:defRPr>
            </a:pPr>
            <a:r>
              <a:t> Sign in with Apple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309067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──────── 或 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331927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登入帳號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68503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電子郵件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840480"/>
            <a:ext cx="2048256" cy="29260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3867912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user@example.com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423367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密碼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4389120"/>
            <a:ext cx="2048256" cy="29260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4416552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●●●●●●●●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4873752"/>
            <a:ext cx="2048256" cy="347472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4873752"/>
            <a:ext cx="20482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登　　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537667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沒有帳號？點此註冊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註冊畫面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153619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94767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26771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註冊帳號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263347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姓名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2770632"/>
            <a:ext cx="2048256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7889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小明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313639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電子郵件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5472" y="3273552"/>
            <a:ext cx="2048256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2" y="329184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ming@email.com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363931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密碼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472" y="3776472"/>
            <a:ext cx="2048256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2" y="379476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●●●●●●●●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5472" y="4233672"/>
            <a:ext cx="2048256" cy="347472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5472" y="4233672"/>
            <a:ext cx="20482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註　　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473659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已有帳號？點此登入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引導流程 — 步驟 0：語言選擇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88382" y="162763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8382" y="2084832"/>
            <a:ext cx="2414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選擇語言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1262" y="2587752"/>
            <a:ext cx="2048256" cy="27432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8422" y="2606040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🇹🇼  繁體中文   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1262" y="2916936"/>
            <a:ext cx="204825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8422" y="2935224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🇨🇳  简体中文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1262" y="3246120"/>
            <a:ext cx="204825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8422" y="3264408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🇯🇵  日本語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1262" y="3575304"/>
            <a:ext cx="204825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8422" y="3593592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🇺🇸  English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1262" y="3904488"/>
            <a:ext cx="204825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8422" y="3922776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🇩🇪  Deutsch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1262" y="4233672"/>
            <a:ext cx="204825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8422" y="4251960"/>
            <a:ext cx="1956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🇫🇷  Français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2702" y="4700016"/>
            <a:ext cx="1865376" cy="32004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2702" y="4700016"/>
            <a:ext cx="18653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下一步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引導流程 — 步驟 1：歡迎頁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33472" y="2084832"/>
            <a:ext cx="24140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JhengHei"/>
              </a:defRPr>
            </a:pPr>
            <a:r>
              <a:t>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816352"/>
            <a:ext cx="2414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331927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3730752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AI 玄學生活顧問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8B7D5E"/>
                </a:solidFill>
                <a:latin typeface="Microsoft JhengHei"/>
              </a:defRPr>
            </a:pPr>
            <a:r>
              <a:t>命理 × AI × 靈寵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8B7D5E"/>
                </a:solidFill>
                <a:latin typeface="Microsoft JhengHei"/>
              </a:defRPr>
            </a:pPr>
          </a:p>
          <a:p>
            <a:pPr algn="ctr">
              <a:spcAft>
                <a:spcPts val="200"/>
              </a:spcAft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── 萬物皆有靈 ──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4828032"/>
            <a:ext cx="1865376" cy="347472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4828032"/>
            <a:ext cx="18653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開始探索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步驟 2：輸入姓名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26771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816352"/>
            <a:ext cx="2414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你的名字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82112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靈寵會以此稱呼你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363931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姓名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5472" y="3776472"/>
            <a:ext cx="2048256" cy="29260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3803904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小明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4370832"/>
            <a:ext cx="1865376" cy="32004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4370832"/>
            <a:ext cx="18653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下一步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引導流程 — 步驟 3：出生資料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88382" y="139903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輸入出生資料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1262" y="1719072"/>
            <a:ext cx="978408" cy="237744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1262" y="1719072"/>
            <a:ext cx="97840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國曆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110" y="1719072"/>
            <a:ext cx="978408" cy="237744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1110" y="1719072"/>
            <a:ext cx="97840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B7D5E"/>
                </a:solidFill>
                <a:latin typeface="Microsoft JhengHei"/>
              </a:defRPr>
            </a:pPr>
            <a:r>
              <a:t>農曆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5542" y="2084832"/>
            <a:ext cx="2139696" cy="914400"/>
          </a:xfrm>
          <a:prstGeom prst="roundRect">
            <a:avLst/>
          </a:prstGeom>
          <a:solidFill>
            <a:srgbClr val="0C0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2702" y="2103120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6B6350"/>
                </a:solidFill>
                <a:latin typeface="Microsoft JhengHei"/>
              </a:defRPr>
            </a:pPr>
            <a:r>
              <a:t>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702" y="222199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1991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702" y="23774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1992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2702" y="258775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1993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5662" y="2103120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6B6350"/>
                </a:solidFill>
                <a:latin typeface="Microsoft JhengHei"/>
              </a:defRPr>
            </a:pPr>
            <a:r>
              <a:t>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5662" y="222199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5662" y="23774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5662" y="258775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8622" y="2103120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6B6350"/>
                </a:solidFill>
                <a:latin typeface="Microsoft JhengHei"/>
              </a:defRPr>
            </a:pPr>
            <a:r>
              <a:t>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8622" y="222199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8622" y="23774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8622" y="258775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1262" y="309067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時辰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1262" y="327355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1262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子時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5686" y="327355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5686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丑時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110" y="327355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110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寅時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04534" y="3273552"/>
            <a:ext cx="307848" cy="256032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4534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卯時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8958" y="327355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8958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辰時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93382" y="327355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3382" y="329184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巳時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1262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1262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午時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15686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5686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未時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110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110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申時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4534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4534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酉時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8958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8958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戌時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93382" y="3593592"/>
            <a:ext cx="30784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93382" y="3611880"/>
            <a:ext cx="307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亥時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54142" y="3959352"/>
            <a:ext cx="1682496" cy="219456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4142" y="3959352"/>
            <a:ext cx="16824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不知道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1262" y="432511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性別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1262" y="4507992"/>
            <a:ext cx="978408" cy="256032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1262" y="4507992"/>
            <a:ext cx="978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♂ 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1110" y="4507992"/>
            <a:ext cx="978408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1110" y="4507992"/>
            <a:ext cx="978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B7D5E"/>
                </a:solidFill>
                <a:latin typeface="Microsoft JhengHei"/>
              </a:defRPr>
            </a:pPr>
            <a:r>
              <a:t>♀ 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1262" y="4965192"/>
            <a:ext cx="932688" cy="29260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1262" y="4965192"/>
            <a:ext cx="9326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返回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5390" y="4965192"/>
            <a:ext cx="978408" cy="29260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5390" y="4965192"/>
            <a:ext cx="9784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召喚靈寵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引導流程 — 步驟 4：靈寵召喚結果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33472" y="144475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1947672"/>
            <a:ext cx="2414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靈寵降臨！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226771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4B4FF"/>
                </a:solidFill>
                <a:latin typeface="Microsoft JhengHei"/>
              </a:defRPr>
            </a:pPr>
            <a:r>
              <a:t>衡翼蝶 與你結緣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2587752"/>
            <a:ext cx="2139696" cy="50292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2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2615184"/>
            <a:ext cx="19568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78BFA"/>
                </a:solidFill>
                <a:latin typeface="Microsoft JhengHei"/>
              </a:defRPr>
            </a:pPr>
            <a:r>
              <a:t>紫微命盤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770632"/>
            <a:ext cx="19568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icrosoft JhengHei"/>
              </a:defRPr>
            </a:pPr>
            <a:r>
              <a:t>命宮主星：紫微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926080"/>
            <a:ext cx="195681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B0A0C8"/>
                </a:solidFill>
                <a:latin typeface="Microsoft JhengHei"/>
              </a:defRPr>
            </a:pPr>
            <a:r>
              <a:t>領導氣質，高瞻遠矚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182112"/>
            <a:ext cx="2139696" cy="50292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32004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64B4FF"/>
                </a:solidFill>
                <a:latin typeface="Microsoft JhengHei"/>
              </a:defRPr>
            </a:pPr>
            <a:r>
              <a:t>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227832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天秤座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410712"/>
            <a:ext cx="149961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五行：金 | 守護：金星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8221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Lv1 💬 基本對話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8221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Lv3 🔔 運勢提醒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8221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Lv5 👔 穿搭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023360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Lv8 🧭 方位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023360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Lv10 ✨ 進化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70632" y="4325112"/>
            <a:ext cx="2139696" cy="45720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4370832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8B7D5E"/>
                </a:solidFill>
                <a:latin typeface="Microsoft JhengHei"/>
              </a:defRPr>
            </a:pPr>
            <a:r>
              <a:t>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370832"/>
            <a:ext cx="914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每日1次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4507992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4507992"/>
            <a:ext cx="914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每日5次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4645152"/>
            <a:ext cx="5486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  <a:latin typeface="Microsoft JhengHei"/>
              </a:defRPr>
            </a:pPr>
            <a:r>
              <a:t>Supreme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4645152"/>
            <a:ext cx="914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無限次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4965192"/>
            <a:ext cx="2048256" cy="32004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4965192"/>
            <a:ext cx="20482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進入靈犀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靈寵降臨 — 滿版展示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135331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947672"/>
            <a:ext cx="2414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靈寵降臨！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26771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青芽鹿 與你結緣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2633472"/>
            <a:ext cx="20482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你的靈寵「青芽鹿」源自立春節氣，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五行屬木，性情溫和好奇。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牠將陪伴你探索命理奧秘，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隨著互動成長、進化。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59752" y="3639312"/>
            <a:ext cx="2139696" cy="45720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2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96912" y="3685032"/>
            <a:ext cx="19568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78BFA"/>
                </a:solidFill>
                <a:latin typeface="Microsoft JhengHei"/>
              </a:defRPr>
            </a:pPr>
            <a:r>
              <a:t>紫微命盤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3840480"/>
            <a:ext cx="19568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icrosoft JhengHei"/>
              </a:defRPr>
            </a:pPr>
            <a:r>
              <a:t>命宮主星：天機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59752" y="4187952"/>
            <a:ext cx="2139696" cy="41148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42336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B4FF"/>
                </a:solidFill>
                <a:latin typeface="Microsoft JhengHei"/>
              </a:defRPr>
            </a:pPr>
            <a:r>
              <a:t>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4233672"/>
            <a:ext cx="159105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B4FF"/>
                </a:solidFill>
                <a:latin typeface="Microsoft JhengHei"/>
              </a:defRPr>
            </a:pPr>
            <a:r>
              <a:t>牡羊座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2" y="4389120"/>
            <a:ext cx="15910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五行：火 | 守護：火星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5472" y="4873752"/>
            <a:ext cx="2048256" cy="32004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5472" y="4873752"/>
            <a:ext cx="20482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進入靈犀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靈寵中心 — 主畫面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88382" y="1170432"/>
            <a:ext cx="2414016" cy="384048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79822" y="1225296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7022" y="1243584"/>
            <a:ext cx="10972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3月3日 · 午時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2238" y="1243584"/>
            <a:ext cx="11887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Lv.1 青芽鹿 · 木系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88382" y="1545336"/>
            <a:ext cx="2414016" cy="4572"/>
          </a:xfrm>
          <a:prstGeom prst="rect">
            <a:avLst/>
          </a:prstGeom>
          <a:solidFill>
            <a:srgbClr val="302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75350" y="1673352"/>
            <a:ext cx="640080" cy="6400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282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5350" y="1746504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8382" y="2386584"/>
            <a:ext cx="2414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青芽鹿  Lv.1  · 木系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1536" y="2569464"/>
            <a:ext cx="1327708" cy="27432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31536" y="2569464"/>
            <a:ext cx="597468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4964" y="2542032"/>
            <a:ext cx="4572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45/100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8382" y="2660904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★ ☆ ☆ ☆ ☆   進化 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8382" y="2862072"/>
            <a:ext cx="241401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── 3/3（一）──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8110" y="3026664"/>
            <a:ext cx="241401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     14:02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8110" y="3163824"/>
            <a:ext cx="2185416" cy="105156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9550" y="3209544"/>
            <a:ext cx="20025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主人好～今天木氣旺盛，萬物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生長之力正盛呢！🌿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財運 ████████░░  78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桃花 █████░░░░░  52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事業 ███████░░░  68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健康 █████████░  85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🧭 東南   🎨 綠色   🔢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8382" y="5276088"/>
            <a:ext cx="2414016" cy="9144"/>
          </a:xfrm>
          <a:prstGeom prst="rect">
            <a:avLst/>
          </a:prstGeom>
          <a:solidFill>
            <a:srgbClr val="302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79822" y="5330952"/>
            <a:ext cx="697992" cy="34747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9822" y="535838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9822" y="548640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餵食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9822" y="5577840"/>
            <a:ext cx="69799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+50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05246" y="5330952"/>
            <a:ext cx="697992" cy="34747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05246" y="535838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246" y="548640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玩耍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246" y="5577840"/>
            <a:ext cx="69799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+30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0670" y="5330952"/>
            <a:ext cx="697992" cy="34747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0670" y="535838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0670" y="548640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冥想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0670" y="5577840"/>
            <a:ext cx="69799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+20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79822" y="5733288"/>
            <a:ext cx="697992" cy="3200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9822" y="576986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9822" y="589788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靈眼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05246" y="5733288"/>
            <a:ext cx="697992" cy="3200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05246" y="576986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05246" y="589788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靈心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30670" y="5733288"/>
            <a:ext cx="697992" cy="3200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0670" y="5769864"/>
            <a:ext cx="6979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0670" y="5897880"/>
            <a:ext cx="69799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靈魂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88382" y="5641848"/>
            <a:ext cx="2414016" cy="50292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88382" y="5641848"/>
            <a:ext cx="2414016" cy="4572"/>
          </a:xfrm>
          <a:prstGeom prst="rect">
            <a:avLst/>
          </a:prstGeom>
          <a:solidFill>
            <a:srgbClr val="302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63286" y="5696712"/>
            <a:ext cx="457200" cy="45720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8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63286" y="57150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3286" y="5961888"/>
            <a:ext cx="4572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E8C547"/>
                </a:solidFill>
                <a:latin typeface="Microsoft JhengHei"/>
              </a:defRPr>
            </a:pPr>
            <a:r>
              <a:t>靈寵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6014" y="573328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6014" y="5961888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我的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靈眼模式 — 相機拍照 &amp; 分析中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相機拍照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627632"/>
            <a:ext cx="2231136" cy="2011680"/>
          </a:xfrm>
          <a:prstGeom prst="roundRect">
            <a:avLst/>
          </a:prstGeom>
          <a:solidFill>
            <a:srgbClr val="121518"/>
          </a:solidFill>
          <a:ln w="12700">
            <a:solidFill>
              <a:srgbClr val="202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993392"/>
            <a:ext cx="914400" cy="1188720"/>
          </a:xfrm>
          <a:prstGeom prst="roundRect">
            <a:avLst/>
          </a:prstGeom>
          <a:noFill/>
          <a:ln w="12700">
            <a:solidFill>
              <a:srgbClr val="40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134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8B7D5E"/>
                </a:solidFill>
                <a:latin typeface="Microsoft JhengHei"/>
              </a:defRPr>
            </a:pPr>
            <a:r>
              <a:t>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3776472"/>
            <a:ext cx="2231136" cy="292608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380390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🦌  靈寵正在觀察你...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4233672"/>
            <a:ext cx="2139696" cy="36576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4233672"/>
            <a:ext cx="21396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👁  開始面相分析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736592"/>
            <a:ext cx="2139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照片僅用於分析，不會上傳或儲存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分析中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656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1719072"/>
            <a:ext cx="1005840" cy="1280160"/>
          </a:xfrm>
          <a:prstGeom prst="roundRect">
            <a:avLst/>
          </a:prstGeom>
          <a:noFill/>
          <a:ln w="19050">
            <a:solidFill>
              <a:srgbClr val="40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1993392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2560320"/>
            <a:ext cx="54864" cy="54864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2551176"/>
            <a:ext cx="54864" cy="54864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2564892"/>
            <a:ext cx="54864" cy="54864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2551175"/>
            <a:ext cx="54864" cy="54864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2564892"/>
            <a:ext cx="54864" cy="54864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14032" y="3182112"/>
            <a:ext cx="2231136" cy="292608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20954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🦌  正在觀察你的面相...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639312"/>
            <a:ext cx="2414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72%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95935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定位五官特徵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2" y="4233672"/>
            <a:ext cx="1865376" cy="27432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96912" y="4233672"/>
            <a:ext cx="1343070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靈眼模式 — 面相結果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8235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8235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8382" y="1490472"/>
            <a:ext cx="2414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大  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8382" y="185623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⭐ ⭐ ⭐ ⭐ 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79822" y="2130552"/>
            <a:ext cx="2231136" cy="64008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1262" y="2176272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1">
                <a:solidFill>
                  <a:srgbClr val="64B4FF"/>
                </a:solidFill>
                <a:latin typeface="Microsoft JhengHei"/>
              </a:defRPr>
            </a:pPr>
            <a:r>
              <a:t>🦌 靈寵解讀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主人的天庭飽滿，印堂明亮，乃大貴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之相。眉清目秀，目光有神...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9822" y="2862072"/>
            <a:ext cx="2231136" cy="10058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1262" y="2926080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天庭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1302" y="2962656"/>
            <a:ext cx="677570" cy="22860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1302" y="2962656"/>
            <a:ext cx="575934" cy="2286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0878" y="2926080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478" y="292608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飽滿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1262" y="3108960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1302" y="3145536"/>
            <a:ext cx="677570" cy="22860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1302" y="3145536"/>
            <a:ext cx="487850" cy="22860"/>
          </a:xfrm>
          <a:prstGeom prst="rect">
            <a:avLst/>
          </a:prstGeom>
          <a:solidFill>
            <a:srgbClr val="C4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0878" y="3108960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C4B07A"/>
                </a:solidFill>
                <a:latin typeface="Microsoft JhengHei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9478" y="310896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秀逸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1262" y="3291840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1302" y="3328416"/>
            <a:ext cx="677570" cy="22860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91302" y="3328416"/>
            <a:ext cx="609813" cy="2286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0878" y="3291840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478" y="329184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明亮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1262" y="3474720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1302" y="3511296"/>
            <a:ext cx="677570" cy="22860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1302" y="3511296"/>
            <a:ext cx="460747" cy="22860"/>
          </a:xfrm>
          <a:prstGeom prst="rect">
            <a:avLst/>
          </a:prstGeom>
          <a:solidFill>
            <a:srgbClr val="C4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0878" y="3474720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C4B07A"/>
                </a:solidFill>
                <a:latin typeface="Microsoft JhengHei"/>
              </a:defRPr>
            </a:pPr>
            <a:r>
              <a:t>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9478" y="347472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端正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1262" y="3657600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1302" y="3694176"/>
            <a:ext cx="677570" cy="22860"/>
          </a:xfrm>
          <a:prstGeom prst="rect">
            <a:avLst/>
          </a:prstGeom>
          <a:solidFill>
            <a:srgbClr val="18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91302" y="3694176"/>
            <a:ext cx="528504" cy="22860"/>
          </a:xfrm>
          <a:prstGeom prst="rect">
            <a:avLst/>
          </a:prstGeom>
          <a:solidFill>
            <a:srgbClr val="C4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0878" y="3657600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C4B07A"/>
                </a:solidFill>
                <a:latin typeface="Microsoft JhengHei"/>
              </a:defRPr>
            </a:pPr>
            <a:r>
              <a:t>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9478" y="365760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方正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79822" y="3959352"/>
            <a:ext cx="2231136" cy="50292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71262" y="4005072"/>
            <a:ext cx="365760" cy="365760"/>
          </a:xfrm>
          <a:prstGeom prst="roundRect">
            <a:avLst/>
          </a:prstGeom>
          <a:solidFill>
            <a:srgbClr val="1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1262" y="402336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8462" y="4005072"/>
            <a:ext cx="15910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B4FF"/>
                </a:solidFill>
                <a:latin typeface="Microsoft JhengHei"/>
              </a:defRPr>
            </a:pPr>
            <a:r>
              <a:t>黑曜石手鏈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8462" y="4169664"/>
            <a:ext cx="15910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提升氣場穩定度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8462" y="4297680"/>
            <a:ext cx="15910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🧭 東方   🔢 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1262" y="4599432"/>
            <a:ext cx="2048256" cy="29260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1262" y="4599432"/>
            <a:ext cx="20482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重新分析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靈心模式 — GPS 風水羅盤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羅盤 + 方位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581912"/>
            <a:ext cx="2231136" cy="365760"/>
          </a:xfrm>
          <a:prstGeom prst="roundRect">
            <a:avLst/>
          </a:prstGeom>
          <a:solidFill>
            <a:srgbClr val="0E1612"/>
          </a:solidFill>
          <a:ln w="12700">
            <a:solidFill>
              <a:srgbClr val="1A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6352" y="1691639"/>
            <a:ext cx="64008" cy="64008"/>
          </a:xfrm>
          <a:prstGeom prst="roundRect">
            <a:avLst/>
          </a:prstGeom>
          <a:solidFill>
            <a:srgbClr val="64C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27632"/>
            <a:ext cx="9144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C880"/>
                </a:solidFill>
                <a:latin typeface="Microsoft JhengHei"/>
              </a:defRPr>
            </a:pPr>
            <a:r>
              <a:t>GPS 訊號正常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1764792"/>
            <a:ext cx="20482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25.034°N  121.564°E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764792"/>
            <a:ext cx="20482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台北市信義區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2039112"/>
            <a:ext cx="2231136" cy="256032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066544"/>
            <a:ext cx="2139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B4FF"/>
                </a:solidFill>
                <a:latin typeface="Microsoft JhengHei"/>
              </a:defRPr>
            </a:pPr>
            <a:r>
              <a:t>🦌  正在感應此地的靈氣...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176272"/>
            <a:ext cx="1280160" cy="1280160"/>
          </a:xfrm>
          <a:prstGeom prst="roundRect">
            <a:avLst/>
          </a:prstGeom>
          <a:noFill/>
          <a:ln w="19050">
            <a:solidFill>
              <a:srgbClr val="383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3904" y="2779776"/>
            <a:ext cx="73152" cy="73152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22192" y="2450592"/>
            <a:ext cx="36576" cy="347472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80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8938" y="2387582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東北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C44040"/>
                </a:solidFill>
                <a:latin typeface="Microsoft JhengHei"/>
              </a:defRPr>
            </a:pPr>
            <a:r>
              <a:t>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8938" y="3098818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東南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246120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7702" y="3098818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西南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743200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7702" y="2387582"/>
            <a:ext cx="274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C44040"/>
                </a:solidFill>
                <a:latin typeface="Microsoft JhengHei"/>
              </a:defRPr>
            </a:pPr>
            <a:r>
              <a:t>西北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3547872"/>
            <a:ext cx="241401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午時 · 奇門時盤 · 182°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4912" y="3712464"/>
            <a:ext cx="1069848" cy="34747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3730752"/>
            <a:ext cx="9784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吉方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3858768"/>
            <a:ext cx="9784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東南  西  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3712464"/>
            <a:ext cx="1069848" cy="347472"/>
          </a:xfrm>
          <a:prstGeom prst="roundRect">
            <a:avLst/>
          </a:prstGeom>
          <a:solidFill>
            <a:srgbClr val="180E0E"/>
          </a:solidFill>
          <a:ln w="12700">
            <a:solidFill>
              <a:srgbClr val="40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3730752"/>
            <a:ext cx="9784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凶方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858768"/>
            <a:ext cx="9784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44040"/>
                </a:solidFill>
                <a:latin typeface="Microsoft JhengHei"/>
              </a:defRPr>
            </a:pPr>
            <a:r>
              <a:t>東  西北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4912" y="4151376"/>
            <a:ext cx="2231136" cy="320040"/>
          </a:xfrm>
          <a:prstGeom prst="roundRect">
            <a:avLst/>
          </a:prstGeom>
          <a:solidFill>
            <a:srgbClr val="0E1612"/>
          </a:solidFill>
          <a:ln w="12700">
            <a:solidFill>
              <a:srgbClr val="1A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4912" y="4151376"/>
            <a:ext cx="22311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C880"/>
                </a:solidFill>
                <a:latin typeface="Microsoft JhengHei"/>
              </a:defRPr>
            </a:pPr>
            <a:r>
              <a:t>🧭  分析此地風水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風水分析結果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656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14032" y="1627632"/>
            <a:ext cx="2231136" cy="82296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5472" y="1673352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1">
                <a:solidFill>
                  <a:srgbClr val="64B4FF"/>
                </a:solidFill>
                <a:latin typeface="Microsoft JhengHei"/>
              </a:defRPr>
            </a:pPr>
            <a:r>
              <a:t>🦌 靈寵風水解讀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此地木氣充沛，靈氣流動順暢。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東南方有生氣匯聚，適合作為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工作或創意思考的區域。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14032" y="2587752"/>
            <a:ext cx="2231136" cy="7772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5472" y="2633472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🌿  建議在東南方擺放綠色植物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💧  北方可放置小型水景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🕯  避免在西北方放置尖銳物品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🪑  座位建議面朝東南方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4032" y="3502152"/>
            <a:ext cx="2231136" cy="5486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5472" y="3547872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1">
                <a:solidFill>
                  <a:srgbClr val="64B4FF"/>
                </a:solidFill>
                <a:latin typeface="Microsoft JhengHei"/>
              </a:defRPr>
            </a:pPr>
            <a:r>
              <a:t>📐 座位建議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面向東南方，背靠實牆，左手邊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放置檯燈可增強文昌位能量。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18795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僅供參考，請結合實際環境判斷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靈魂模式 — 選擇問事 &amp; 搖卦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選擇問事類別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627632"/>
            <a:ext cx="2231136" cy="256032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655064"/>
            <a:ext cx="2139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🦌  主人有什麼想問的嗎？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2039112"/>
            <a:ext cx="682752" cy="41148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084832"/>
            <a:ext cx="68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276856"/>
            <a:ext cx="68275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事業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9104" y="2039112"/>
            <a:ext cx="682752" cy="4114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9104" y="2084832"/>
            <a:ext cx="68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❤️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9104" y="2276856"/>
            <a:ext cx="68275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感情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7576" y="2039112"/>
            <a:ext cx="682752" cy="4114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7576" y="2084832"/>
            <a:ext cx="68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7576" y="2276856"/>
            <a:ext cx="68275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家庭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0632" y="2496312"/>
            <a:ext cx="682752" cy="4114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0632" y="2542032"/>
            <a:ext cx="68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734056"/>
            <a:ext cx="68275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健康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9104" y="2496312"/>
            <a:ext cx="682752" cy="4114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9104" y="2542032"/>
            <a:ext cx="68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9104" y="2734056"/>
            <a:ext cx="68275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學業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3044952"/>
            <a:ext cx="2139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輸入問題（選填）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24912" y="3182112"/>
            <a:ext cx="2231136" cy="36576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6352" y="3227832"/>
            <a:ext cx="2048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我今年適合換工作嗎？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24912" y="3685032"/>
            <a:ext cx="2231136" cy="38404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3685032"/>
            <a:ext cx="2231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🏮  起卦問靈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搖卦中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2267712"/>
            <a:ext cx="2414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E8C547"/>
                </a:solidFill>
                <a:latin typeface="Microsoft JhengHei"/>
              </a:defRPr>
            </a:pPr>
            <a:r>
              <a:t>☰ ☷ ☳ ☴ ☵ ☲ ☶ 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281635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卦象凝聚中...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5472" y="3456432"/>
            <a:ext cx="2048256" cy="3200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3483864"/>
            <a:ext cx="1956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🦌  正在為主人通靈...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09651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A5040"/>
                </a:solidFill>
                <a:latin typeface="Microsoft JhengHei"/>
              </a:defRPr>
            </a:pPr>
            <a:r>
              <a:t>📳 震動回饋中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靈魂模式 — 占卜結果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本卦 + 解讀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80160"/>
            <a:ext cx="228600" cy="228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28016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581912"/>
            <a:ext cx="2231136" cy="2103120"/>
          </a:xfrm>
          <a:prstGeom prst="roundRect">
            <a:avLst/>
          </a:prstGeom>
          <a:solidFill>
            <a:srgbClr val="0C0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627632"/>
            <a:ext cx="2414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03911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第1卦 · 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313432"/>
            <a:ext cx="2048256" cy="256032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331720"/>
            <a:ext cx="2048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「元亨利貞」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633472"/>
            <a:ext cx="20482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天行健，君子以自強不息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2907792"/>
            <a:ext cx="2139696" cy="6400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935224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💼 事業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2935224"/>
            <a:ext cx="411480" cy="146304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935224"/>
            <a:ext cx="4114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大宜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10896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天道運行不息，此卦示意進取之機，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可大膽行動，積極拓展。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6350"/>
                </a:solidFill>
                <a:latin typeface="Microsoft JhengHei"/>
              </a:defRPr>
            </a:pPr>
            <a:r>
              <a:t>七日內宜行動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3639312"/>
            <a:ext cx="512064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上卦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3749040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4B07A"/>
                </a:solidFill>
                <a:latin typeface="Microsoft JhengHei"/>
              </a:defRPr>
            </a:pPr>
            <a:r>
              <a:t>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3639312"/>
            <a:ext cx="512064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下卦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3749040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4B07A"/>
                </a:solidFill>
                <a:latin typeface="Microsoft JhengHei"/>
              </a:defRPr>
            </a:pPr>
            <a:r>
              <a:t>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639312"/>
            <a:ext cx="512064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五行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749040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C4B07A"/>
                </a:solidFill>
                <a:latin typeface="Microsoft JhengHei"/>
              </a:defRPr>
            </a:pPr>
            <a:r>
              <a:t>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39312"/>
            <a:ext cx="512064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A5040"/>
                </a:solidFill>
                <a:latin typeface="Microsoft JhengHei"/>
              </a:defRPr>
            </a:pPr>
            <a:r>
              <a:t>運勢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3749040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大吉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4912" y="4005072"/>
            <a:ext cx="1046988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4005072"/>
            <a:ext cx="10469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🔗 分享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09060" y="4005072"/>
            <a:ext cx="1046988" cy="27432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9060" y="4005072"/>
            <a:ext cx="10469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🏮 再卜一卦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2259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6384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6327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4B07A"/>
                </a:solidFill>
                <a:latin typeface="Microsoft JhengHei"/>
              </a:defRPr>
            </a:pPr>
            <a:r>
              <a:t>變卦 + 靈寵解讀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14032" y="1536192"/>
            <a:ext cx="2231136" cy="82296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2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1554480"/>
            <a:ext cx="21396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── 變卦 ──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167335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䷁  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1947672"/>
            <a:ext cx="204825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B0A0C8"/>
                </a:solidFill>
                <a:latin typeface="Microsoft JhengHei"/>
              </a:defRPr>
            </a:pPr>
            <a:r>
              <a:t>地勢坤，君子以厚德載物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2103120"/>
            <a:ext cx="20482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變爻：第 1、3 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14032" y="2496312"/>
            <a:ext cx="2231136" cy="7772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5472" y="2542032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00" b="1">
                <a:solidFill>
                  <a:srgbClr val="64B4FF"/>
                </a:solidFill>
                <a:latin typeface="Microsoft JhengHei"/>
              </a:defRPr>
            </a:pPr>
            <a:r>
              <a:t>🦌 靈寵解讀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主人抽到了乾卦，這是六十四卦之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首！天道剛健，正是主人發揮實力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0B8D0"/>
                </a:solidFill>
                <a:latin typeface="Microsoft JhengHei"/>
              </a:defRPr>
            </a:pPr>
            <a:r>
              <a:t>的好時機呢～ 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4032" y="3410712"/>
            <a:ext cx="2231136" cy="41148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5472" y="3438144"/>
            <a:ext cx="20482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B4FF"/>
                </a:solidFill>
                <a:latin typeface="Microsoft JhengHei"/>
              </a:defRPr>
            </a:pPr>
            <a:r>
              <a:t>❓ 原始問題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3575304"/>
            <a:ext cx="20482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我今年適合換工作嗎？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4032" y="4005072"/>
            <a:ext cx="1046988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4005072"/>
            <a:ext cx="10469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🔗 分享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98180" y="4005072"/>
            <a:ext cx="1046988" cy="27432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8180" y="4005072"/>
            <a:ext cx="10469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🏮 再卜一卦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升級方案彈窗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88382" y="1170432"/>
            <a:ext cx="2414016" cy="4974336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3223" y="1444752"/>
            <a:ext cx="2124334" cy="4206240"/>
          </a:xfrm>
          <a:prstGeom prst="roundRect">
            <a:avLst/>
          </a:prstGeom>
          <a:solidFill>
            <a:srgbClr val="0D0D15"/>
          </a:solidFill>
          <a:ln w="12700">
            <a:solidFill>
              <a:srgbClr val="282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0383" y="1581912"/>
            <a:ext cx="1850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🐉  主人，今天次數用完了......升級之後靈寵可以為你做更多事喔！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4663" y="2084832"/>
            <a:ext cx="1941454" cy="12344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6103" y="21305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⭐ 靈犀會員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6103" y="2130552"/>
            <a:ext cx="175857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$390/月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6103" y="2359152"/>
            <a:ext cx="17585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靈眼/靈心/靈魂 5次/日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靈寵等級上限 Lv.20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AI 深度解讀（Sonnet）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0383" y="2907792"/>
            <a:ext cx="1850014" cy="274320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0383" y="2907792"/>
            <a:ext cx="185001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立即升級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4663" y="3456432"/>
            <a:ext cx="1941454" cy="123444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2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6103" y="35021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icrosoft JhengHei"/>
              </a:defRPr>
            </a:pPr>
            <a:r>
              <a:t>👑 靈犀至尊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6103" y="3502152"/>
            <a:ext cx="175857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8BFA"/>
                </a:solidFill>
                <a:latin typeface="Microsoft JhengHei"/>
              </a:defRPr>
            </a:pPr>
            <a:r>
              <a:t>$1,990/月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6103" y="3730752"/>
            <a:ext cx="17585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全功能無限使用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靈寵等級無上限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· 專屬進化 + 皮膚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0383" y="4279392"/>
            <a:ext cx="1850014" cy="27432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38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0383" y="4279392"/>
            <a:ext cx="185001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A78BFA"/>
                </a:solidFill>
                <a:latin typeface="Microsoft JhengHei"/>
              </a:defRPr>
            </a:pPr>
            <a:r>
              <a:t>立即升級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3223" y="5330952"/>
            <a:ext cx="212433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A5040"/>
                </a:solidFill>
                <a:latin typeface="Microsoft JhengHei"/>
              </a:defRPr>
            </a:pPr>
            <a:r>
              <a:t>明天再來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我的 — 個人設定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5230" y="1097280"/>
            <a:ext cx="2560320" cy="512064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3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88382" y="1170432"/>
            <a:ext cx="2414016" cy="4974336"/>
          </a:xfrm>
          <a:prstGeom prst="round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1097280"/>
            <a:ext cx="731520" cy="137160"/>
          </a:xfrm>
          <a:prstGeom prst="round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5542" y="139903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79822" y="1719072"/>
            <a:ext cx="2231136" cy="50292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1A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1262" y="174650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7022" y="1764792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青芽鹿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7022" y="1929384"/>
            <a:ext cx="13167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Lv.1 青芽鹿 · 木系 · 立春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8038" y="1810512"/>
            <a:ext cx="411480" cy="1828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8038" y="181051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9822" y="2313432"/>
            <a:ext cx="223113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1262" y="2340864"/>
            <a:ext cx="2048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⭐ 升級會員解鎖更多功能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5542" y="2724912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9822" y="2889504"/>
            <a:ext cx="2231136" cy="2743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1262" y="2907792"/>
            <a:ext cx="16824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🇹🇼  繁體中文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1262" y="2907792"/>
            <a:ext cx="204825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B635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5542" y="3291840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9822" y="3456432"/>
            <a:ext cx="2231136" cy="658368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1262" y="3493008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八字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5622" y="3493008"/>
            <a:ext cx="140817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甲子 乙丑 丙寅 丁卯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1262" y="3648456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紫微主星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5622" y="3648456"/>
            <a:ext cx="140817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紫微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1262" y="380390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星座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5622" y="3803904"/>
            <a:ext cx="140817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天秤座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1262" y="3959352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B6350"/>
                </a:solidFill>
                <a:latin typeface="Microsoft JhengHei"/>
              </a:defRPr>
            </a:pPr>
            <a:r>
              <a:t>節氣靈寵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5622" y="3959352"/>
            <a:ext cx="140817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🦌 青芽鹿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5542" y="4261104"/>
            <a:ext cx="24140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其他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79822" y="4416552"/>
            <a:ext cx="2231136" cy="91440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1262" y="4443984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通知設定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1262" y="4443984"/>
            <a:ext cx="204825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04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1262" y="4599432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隱私權政策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1262" y="4599432"/>
            <a:ext cx="204825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04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1262" y="4754880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服務條款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1262" y="4754880"/>
            <a:ext cx="204825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04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1262" y="4910328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關於靈犀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1262" y="4910328"/>
            <a:ext cx="204825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04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1262" y="5065776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恢復購買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1262" y="5065776"/>
            <a:ext cx="204825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040"/>
                </a:solidFill>
                <a:latin typeface="Microsoft JhengHei"/>
              </a:defRPr>
            </a:pPr>
            <a: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1262" y="5221224"/>
            <a:ext cx="1682496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C44040"/>
                </a:solidFill>
                <a:latin typeface="Microsoft JhengHei"/>
              </a:defRPr>
            </a:pPr>
            <a:r>
              <a:t>登出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聊天氣泡 — 各類型呈現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4747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     14:02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86968"/>
            <a:ext cx="3474720" cy="14630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3255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主人好～今天木氣旺盛，適合創意類活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動，財運亦佳。午後注意休息。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「春生夏長，秋收冬藏」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財運 ████████░░  78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桃花 █████░░░░░  52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事業 ███████░░░  68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健康 █████████░  85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學業 ██████░░░░  62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🧭 東南   🎨 綠色   🔢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34747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▲ type: fortune — 每日運勢氣泡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731520"/>
            <a:ext cx="34747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     15:30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886968"/>
            <a:ext cx="3474720" cy="128016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932688"/>
            <a:ext cx="32552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主人的面相顯示天庭飽滿、眉清目秀，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乃大貴之相！✨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天庭 █████████░  85  飽滿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眉   ███████░░░  72  秀逸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眼   █████████░  90  明亮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鼻   ██████░░░░  68  端正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口   ████████░░  78  方正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🧿 幸運物：黑曜石手鏈   🧭 東方   🔢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34747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▲ type: face — 面相分析氣泡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731520"/>
            <a:ext cx="34747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     16:15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886968"/>
            <a:ext cx="3474720" cy="128016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932688"/>
            <a:ext cx="32552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主人問了事業方面的問題，靈寵為你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卜得乾卦，大吉之象！🌟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     ䷀  乾卦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   「元亨利貞」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8B7D5E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💼 事業: 大宜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天道運行不息，進取之機。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34747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▲ type: divination — 占卜氣泡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743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09:12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72968"/>
            <a:ext cx="2743200" cy="5486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主人餵了我好吃的，好開心！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29000"/>
            <a:ext cx="731520" cy="20116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2900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+50 EXP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▲ type: feed — 餵食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17520"/>
            <a:ext cx="2743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09:12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172968"/>
            <a:ext cx="2743200" cy="54864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321868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太棒了！我感覺力量在增長！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0208" y="3429000"/>
            <a:ext cx="822960" cy="20116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3429000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⬆️ Lv.5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794760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▲ type: levelup — 升級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017520"/>
            <a:ext cx="2743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09:15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72968"/>
            <a:ext cx="2743200" cy="54864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2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21868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0A0C8"/>
                </a:solidFill>
                <a:latin typeface="Microsoft JhengHei"/>
              </a:defRPr>
            </a:pPr>
            <a:r>
              <a:t>靈寵正在進化...光芒閃耀！✨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33488" y="3429000"/>
            <a:ext cx="1005840" cy="201168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38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3429000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A78BFA"/>
                </a:solidFill>
                <a:latin typeface="Microsoft JhengHei"/>
              </a:defRPr>
            </a:pPr>
            <a:r>
              <a:t>🌟 進化階段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794760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Microsoft JhengHei"/>
              </a:defRPr>
            </a:pPr>
            <a:r>
              <a:t>▲ type: evolve — 進化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34747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B6350"/>
                </a:solidFill>
                <a:latin typeface="Microsoft JhengHei"/>
              </a:defRPr>
            </a:pPr>
            <a:r>
              <a:t>🦌 青芽鹿                    15:00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61688"/>
            <a:ext cx="3474720" cy="1645920"/>
          </a:xfrm>
          <a:prstGeom prst="roundRect">
            <a:avLst/>
          </a:prstGeom>
          <a:solidFill>
            <a:srgbClr val="1816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此地靈氣流動順暢，東南方有生氣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4B07A"/>
                </a:solidFill>
                <a:latin typeface="Microsoft JhengHei"/>
              </a:defRPr>
            </a:pPr>
            <a:r>
              <a:t>匯聚，適合工作。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46320"/>
            <a:ext cx="822960" cy="292608"/>
          </a:xfrm>
          <a:prstGeom prst="roundRect">
            <a:avLst/>
          </a:prstGeom>
          <a:solidFill>
            <a:srgbClr val="180E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4632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C44040"/>
                </a:solidFill>
                <a:latin typeface="Microsoft JhengHei"/>
              </a:defRPr>
            </a:pPr>
            <a:r>
              <a:t>西北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99616" y="4846320"/>
            <a:ext cx="822960" cy="29260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99616" y="484632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59152" y="4846320"/>
            <a:ext cx="822960" cy="292608"/>
          </a:xfrm>
          <a:prstGeom prst="roundRect">
            <a:avLst/>
          </a:prstGeom>
          <a:solidFill>
            <a:srgbClr val="0E0E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59152" y="484632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5A5040"/>
                </a:solidFill>
                <a:latin typeface="Microsoft JhengHei"/>
              </a:defRPr>
            </a:pPr>
            <a:r>
              <a:t>東北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166360"/>
            <a:ext cx="822960" cy="29260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6636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99616" y="5166360"/>
            <a:ext cx="822960" cy="292608"/>
          </a:xfrm>
          <a:prstGeom prst="roundRect">
            <a:avLst/>
          </a:prstGeom>
          <a:solidFill>
            <a:srgbClr val="0E0E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99616" y="516636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5A5040"/>
                </a:solidFill>
                <a:latin typeface="Microsoft JhengHei"/>
              </a:defRPr>
            </a:pPr>
            <a:r>
              <a:t>中宮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59152" y="5166360"/>
            <a:ext cx="822960" cy="292608"/>
          </a:xfrm>
          <a:prstGeom prst="roundRect">
            <a:avLst/>
          </a:prstGeom>
          <a:solidFill>
            <a:srgbClr val="180E0E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9152" y="516636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C44040"/>
                </a:solidFill>
                <a:latin typeface="Microsoft JhengHei"/>
              </a:defRPr>
            </a:pPr>
            <a:r>
              <a:t>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486400"/>
            <a:ext cx="822960" cy="292608"/>
          </a:xfrm>
          <a:prstGeom prst="roundRect">
            <a:avLst/>
          </a:prstGeom>
          <a:solidFill>
            <a:srgbClr val="0E0E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48640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5A5040"/>
                </a:solidFill>
                <a:latin typeface="Microsoft JhengHei"/>
              </a:defRPr>
            </a:pPr>
            <a:r>
              <a:t>西南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99616" y="5486400"/>
            <a:ext cx="822960" cy="292608"/>
          </a:xfrm>
          <a:prstGeom prst="roundRect">
            <a:avLst/>
          </a:prstGeom>
          <a:solidFill>
            <a:srgbClr val="0E0E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99616" y="548640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5A5040"/>
                </a:solidFill>
                <a:latin typeface="Microsoft JhengHei"/>
              </a:defRPr>
            </a:pPr>
            <a:r>
              <a:t>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59152" y="5486400"/>
            <a:ext cx="822960" cy="292608"/>
          </a:xfrm>
          <a:prstGeom prst="roundRect">
            <a:avLst/>
          </a:prstGeom>
          <a:solidFill>
            <a:srgbClr val="201C12"/>
          </a:solidFill>
          <a:ln w="12700">
            <a:solidFill>
              <a:srgbClr val="30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548640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東南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852160"/>
            <a:ext cx="32004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吉方：北 西 東南  |  凶方：西北 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80759"/>
            <a:ext cx="34747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C880"/>
                </a:solidFill>
                <a:latin typeface="Microsoft JhengHei"/>
              </a:defRPr>
            </a:pPr>
            <a:r>
              <a:t>▲ type: fengshui — 風水方位氣泡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4480560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所有功能的分析結果都會以</a:t>
            </a:r>
            <a:br/>
            <a:r>
              <a:t>聊天氣泡形式呈現在主畫面，</a:t>
            </a:r>
            <a:br/>
            <a:r>
              <a:t>使用者可以隨時回顧歷史紀錄。</a:t>
            </a:r>
            <a:br/>
            <a:br/>
            <a:r>
              <a:t>每種氣泡類型都有獨特的</a:t>
            </a:r>
            <a:br/>
            <a:r>
              <a:t>嵌入式資料視覺化：</a:t>
            </a:r>
            <a:br/>
            <a:br/>
            <a:r>
              <a:t>• fortune — 五維分數條 + 幸運資訊</a:t>
            </a:r>
            <a:br/>
            <a:r>
              <a:t>• face — 五官分數條 + 幸運物品</a:t>
            </a:r>
            <a:br/>
            <a:r>
              <a:t>• fengshui — 3×3 方位宮格</a:t>
            </a:r>
            <a:br/>
            <a:r>
              <a:t>• divination — 卦象 + 解讀</a:t>
            </a:r>
            <a:br/>
            <a:r>
              <a:t>• feed/play/meditate — EXP 標籤</a:t>
            </a:r>
            <a:br/>
            <a:r>
              <a:t>• levelup — 等級標籤</a:t>
            </a:r>
            <a:br/>
            <a:r>
              <a:t>• evolve — 進化標籤（紫色）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C4B07A"/>
                </a:solidFill>
                <a:latin typeface="Microsoft JhengHei"/>
              </a:defRPr>
            </a:pPr>
            <a:r>
              <a:t>完整畫面呈現  ·  共 15 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A5040"/>
                </a:solidFill>
                <a:latin typeface="Microsoft JhengHei"/>
              </a:defRPr>
            </a:pPr>
            <a:r>
              <a:t>2026-03-03  ·  基於實際程式碼繪製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