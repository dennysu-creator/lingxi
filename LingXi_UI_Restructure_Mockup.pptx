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靈犀 UI 重構：靈寵 = 唯一的命運反饋介面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FD700"/>
                </a:solidFill>
              </a:defRPr>
            </a:pPr>
            <a:r>
              <a:t>核心設計理念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使用者永遠面對靈寵。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靈寵是通靈者、翻譯者、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命運與使用者之間的唯一介面。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EF4444"/>
                </a:solidFill>
              </a:defRPr>
            </a:pPr>
            <a:r>
              <a:t>Before: 點靈眼 → 全螢幕相機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EF4444"/>
                </a:solidFill>
              </a:defRPr>
            </a:pPr>
            <a:r>
              <a:t>       → 全螢幕結果頁 → 返回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66677"/>
                </a:solidFill>
              </a:defRPr>
            </a:pPr>
            <a:r>
              <a:t>       (離開靈寵，沉浸感中斷)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4ADE80"/>
                </a:solidFill>
              </a:defRPr>
            </a:pPr>
            <a:r>
              <a:t>After:  點靈眼 → 靈寵眼睛發光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4ADE80"/>
                </a:solidFill>
              </a:defRPr>
            </a:pPr>
            <a:r>
              <a:t>       → 小面板「拍照」→ 靈寵說結果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9999AA"/>
                </a:solidFill>
              </a:defRPr>
            </a:pPr>
            <a:r>
              <a:t>       (始終在主畫面，靈寵全程參與)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所有分析結果 = 靈寵的對話氣泡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沒有獨立結果畫面。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685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正常狀態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69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55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01168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小鹿靈  ★★☆☆☆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167128"/>
            <a:ext cx="731520" cy="4572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0" y="2167128"/>
            <a:ext cx="438912" cy="45720"/>
          </a:xfrm>
          <a:prstGeom prst="roundRect">
            <a:avLst>
              <a:gd name="adj" fmla="val 5000"/>
            </a:avLst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3984" y="2331720"/>
            <a:ext cx="2450592" cy="324612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238658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2496312"/>
            <a:ext cx="2286000" cy="420623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532888"/>
            <a:ext cx="217627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D700"/>
                </a:solidFill>
              </a:defRPr>
            </a:pPr>
            <a:r>
              <a:t>早安主人！今天木氣旺盛，適合思考與學習～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971799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081527"/>
            <a:ext cx="2286000" cy="420623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118103"/>
            <a:ext cx="217627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今日運勢：事業 ★★★★ 感情 ★★★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55701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8848" y="3666742"/>
            <a:ext cx="2286000" cy="420623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703318"/>
            <a:ext cx="217627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9999AA"/>
                </a:solidFill>
              </a:defRPr>
            </a:pPr>
            <a:r>
              <a:t>吉方: 東南  吉色: 綠  吉數: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2569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056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🍖 餵食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8523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8523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🎾 玩耍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990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🧘 冥想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8523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523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990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990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685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靈眼啟動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4321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7979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979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49" name="Oval 48"/>
          <p:cNvSpPr/>
          <p:nvPr/>
        </p:nvSpPr>
        <p:spPr>
          <a:xfrm>
            <a:off x="8357616" y="1362456"/>
            <a:ext cx="658368" cy="658368"/>
          </a:xfrm>
          <a:prstGeom prst="ellipse">
            <a:avLst/>
          </a:prstGeom>
          <a:solidFill>
            <a:srgbClr val="33280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1248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2220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125272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155448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34272" y="1527048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18745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1856232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79792" y="2157984"/>
            <a:ext cx="2414016" cy="82296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4656" y="2212848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FFC107"/>
                </a:solidFill>
              </a:defRPr>
            </a:pPr>
            <a:r>
              <a:t>🦌 讓我看看你的面相...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80960" y="2432304"/>
            <a:ext cx="1920240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0" y="24505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C107"/>
                </a:solidFill>
              </a:defRPr>
            </a:pPr>
            <a:r>
              <a:t>📸 拍照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2706624"/>
            <a:ext cx="2194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照片僅供分析，不儲存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224942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FFC107"/>
                </a:solidFill>
              </a:defRPr>
            </a:pPr>
            <a:r>
              <a:t>← FeaturePanel</a:t>
            </a:r>
            <a:br/>
            <a:r>
              <a:t>  (輕量互動區)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61504" y="3026664"/>
            <a:ext cx="2450592" cy="2551176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16368" y="3081528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16368" y="3191256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71232" y="3227832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D700"/>
                </a:solidFill>
              </a:defRPr>
            </a:pPr>
            <a:r>
              <a:t>早安主人！今天木氣旺盛～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4321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49808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0275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0275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0275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0742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0742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0742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9808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30275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0275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0742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0742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9264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92640" y="685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結果=靈寵說的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2921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6579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6579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6424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89" name="Oval 88"/>
          <p:cNvSpPr/>
          <p:nvPr/>
        </p:nvSpPr>
        <p:spPr>
          <a:xfrm>
            <a:off x="1069848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55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80820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24160" y="201168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小鹿靈  ★★☆☆☆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607040" y="2167128"/>
            <a:ext cx="731520" cy="4572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607040" y="2167128"/>
            <a:ext cx="438912" cy="45720"/>
          </a:xfrm>
          <a:prstGeom prst="roundRect">
            <a:avLst>
              <a:gd name="adj" fmla="val 5000"/>
            </a:avLst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747504" y="2331720"/>
            <a:ext cx="2450592" cy="324612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02368" y="238658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02368" y="2496312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57232" y="253288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D700"/>
                </a:solidFill>
              </a:defRPr>
            </a:pPr>
            <a:r>
              <a:t>早安主人！今天木氣旺盛～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02368" y="2862072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802368" y="297180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857232" y="3008376"/>
            <a:ext cx="217627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主人天庭飽滿，印堂發亮！近期事業運旺盛，要把握機會喔～</a:t>
            </a:r>
            <a:br/>
            <a:br/>
            <a:r>
              <a:t>運勢: ★★★★☆ 上吉</a:t>
            </a:r>
            <a:br/>
            <a:r>
              <a:t>天庭 82  眉 65  眼 91</a:t>
            </a:r>
            <a:br/>
            <a:r>
              <a:t>鼻 73  口 78</a:t>
            </a:r>
            <a:br/>
            <a:r>
              <a:t>幸運物: 水晶手鍊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2921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78408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8408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🍖 餵食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8408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58875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58875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🎾 玩耍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8875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39342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39342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🧘 冥想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9342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78408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78408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58875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8875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139342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39342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271248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C107"/>
                </a:solidFill>
              </a:defRPr>
            </a:pPr>
            <a:r>
              <a:t>← 結果</a:t>
            </a:r>
            <a:br/>
            <a:r>
              <a:t>  融入</a:t>
            </a:r>
            <a:br/>
            <a:r>
              <a:t>  對話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3232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</a:defRPr>
            </a:pPr>
            <a:r>
              <a:t>→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92124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107"/>
                </a:solidFill>
              </a:defRPr>
            </a:pPr>
            <a:r>
              <a:t>靈眼 👁 完整流程 — 靈寵觀察你的面相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① 觸發  點靈眼按鈕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② 拍照  小彈窗，非全螢幕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③ 分析中  靈寵邊看邊說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457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④ 結果  靈寵告訴你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2296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" y="85953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00584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3" name="Oval 12"/>
          <p:cNvSpPr/>
          <p:nvPr/>
        </p:nvSpPr>
        <p:spPr>
          <a:xfrm>
            <a:off x="1225296" y="1179576"/>
            <a:ext cx="658368" cy="658368"/>
          </a:xfrm>
          <a:prstGeom prst="ellipse">
            <a:avLst/>
          </a:prstGeom>
          <a:solidFill>
            <a:srgbClr val="33280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0160" y="123444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13258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0698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137160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1344168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69164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1673352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1975104"/>
            <a:ext cx="2414016" cy="77724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029968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FFC107"/>
                </a:solidFill>
              </a:defRPr>
            </a:pPr>
            <a:r>
              <a:t>🦌 讓我看看你的面相...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231136"/>
            <a:ext cx="1920240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24942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C107"/>
                </a:solidFill>
              </a:defRPr>
            </a:pPr>
            <a:r>
              <a:t>📸 拍照開始分析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505456"/>
            <a:ext cx="2194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照片僅供分析，不儲存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" y="2798064"/>
            <a:ext cx="2450592" cy="2596896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2852928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2962656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999232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C107"/>
                </a:solidFill>
              </a:defRPr>
            </a:pPr>
            <a:r>
              <a:t>主人，讓我看看你的面相...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" y="548640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5760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70432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75104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75104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75104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75104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75104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82296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82696" y="85953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9272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00584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51" name="Oval 50"/>
          <p:cNvSpPr/>
          <p:nvPr/>
        </p:nvSpPr>
        <p:spPr>
          <a:xfrm>
            <a:off x="4197096" y="1179576"/>
            <a:ext cx="658368" cy="658368"/>
          </a:xfrm>
          <a:prstGeom prst="ellipse">
            <a:avLst/>
          </a:prstGeom>
          <a:solidFill>
            <a:srgbClr val="33280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51960" y="123444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61688" y="13258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10698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2232" y="137160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73752" y="1344168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169164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1673352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83280" y="2011680"/>
            <a:ext cx="2286000" cy="2103120"/>
          </a:xfrm>
          <a:prstGeom prst="roundRect">
            <a:avLst>
              <a:gd name="adj" fmla="val 5000"/>
            </a:avLst>
          </a:prstGeom>
          <a:solidFill>
            <a:srgbClr val="110D22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9000" y="2066544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📷 前鏡頭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74720" y="2212848"/>
            <a:ext cx="2103120" cy="1188720"/>
          </a:xfrm>
          <a:prstGeom prst="roundRect">
            <a:avLst>
              <a:gd name="adj" fmla="val 5000"/>
            </a:avLst>
          </a:prstGeom>
          <a:solidFill>
            <a:srgbClr val="22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840480" y="2331720"/>
            <a:ext cx="731520" cy="731520"/>
          </a:xfrm>
          <a:prstGeom prst="ellipse">
            <a:avLst/>
          </a:prstGeom>
          <a:solidFill>
            <a:srgbClr val="221A33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0" y="2514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77"/>
                </a:solidFill>
              </a:defRPr>
            </a:pPr>
            <a:r>
              <a:t>👤</a:t>
            </a:r>
          </a:p>
        </p:txBody>
      </p:sp>
      <p:sp>
        <p:nvSpPr>
          <p:cNvPr id="64" name="Oval 63"/>
          <p:cNvSpPr/>
          <p:nvPr/>
        </p:nvSpPr>
        <p:spPr>
          <a:xfrm>
            <a:off x="4069080" y="35661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29000" y="3977640"/>
            <a:ext cx="2194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666677"/>
                </a:solidFill>
              </a:defRPr>
            </a:pPr>
            <a:r>
              <a:t>拍完自動關閉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82696" y="548640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337560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37560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37560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42232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42232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42232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46904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46904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46904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37560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37560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42232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42232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946904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46904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19" y="82296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254495" y="85953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91071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91071" y="100584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89519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87" name="Oval 86"/>
          <p:cNvSpPr/>
          <p:nvPr/>
        </p:nvSpPr>
        <p:spPr>
          <a:xfrm>
            <a:off x="7168895" y="1179576"/>
            <a:ext cx="658368" cy="658368"/>
          </a:xfrm>
          <a:prstGeom prst="ellipse">
            <a:avLst/>
          </a:prstGeom>
          <a:solidFill>
            <a:srgbClr val="33280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223759" y="123444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33487" y="13258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06639" y="10698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👁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14031" y="137160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45551" y="1344168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78039" y="169164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18119" y="1673352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91071" y="1975104"/>
            <a:ext cx="2414016" cy="91440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45935" y="2029968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FFC107"/>
                </a:solidFill>
              </a:defRPr>
            </a:pPr>
            <a:r>
              <a:t>🦌 嗯...讓我仔細看看...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82511" y="2231136"/>
            <a:ext cx="2194560" cy="9144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382511" y="2231136"/>
            <a:ext cx="1371600" cy="9144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82511" y="2340864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FFC107"/>
                </a:solidFill>
              </a:defRPr>
            </a:pPr>
            <a:r>
              <a:t>72%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45935" y="247802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9999AA"/>
                </a:solidFill>
              </a:defRPr>
            </a:pPr>
            <a:r>
              <a:t>定位五官特徵中...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45935" y="261518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✓ 辨識面部  ✓ 分析五官  ○ 解讀命理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72783" y="2935224"/>
            <a:ext cx="2450592" cy="2459736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27647" y="2990088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327647" y="3099816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82511" y="3136392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C107"/>
                </a:solidFill>
              </a:defRPr>
            </a:pPr>
            <a:r>
              <a:t>主人的天庭很飽滿呢...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27647" y="3465576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27647" y="3575304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82511" y="361188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C107"/>
                </a:solidFill>
              </a:defRPr>
            </a:pPr>
            <a:r>
              <a:t>眉宇間藏著智慧的光芒...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54495" y="548640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6309359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09359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09359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114031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14031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14031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18703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918703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18703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309359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09359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114031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14031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918703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918703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189720" y="82296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226296" y="85953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262872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262872" y="100584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561320" y="87782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30" name="Oval 129"/>
          <p:cNvSpPr/>
          <p:nvPr/>
        </p:nvSpPr>
        <p:spPr>
          <a:xfrm>
            <a:off x="10195560" y="123444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55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305288" y="13258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921240" y="182880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小鹿靈  ★★☆☆☆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0104120" y="1984248"/>
            <a:ext cx="731520" cy="4572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0104120" y="1984248"/>
            <a:ext cx="438912" cy="45720"/>
          </a:xfrm>
          <a:prstGeom prst="roundRect">
            <a:avLst>
              <a:gd name="adj" fmla="val 5000"/>
            </a:avLst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9244584" y="2148840"/>
            <a:ext cx="2450592" cy="324612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299448" y="220370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299448" y="2313432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354312" y="235000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C107"/>
                </a:solidFill>
              </a:defRPr>
            </a:pPr>
            <a:r>
              <a:t>主人的天庭很飽滿呢...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299448" y="2679192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299448" y="27889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354312" y="2825496"/>
            <a:ext cx="217627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主人天庭飽滿，印堂發亮！</a:t>
            </a:r>
            <a:br/>
            <a:r>
              <a:t>近期事業運旺盛喔～</a:t>
            </a:r>
            <a:br/>
            <a:br/>
            <a:r>
              <a:t>★★★★☆ 上吉</a:t>
            </a:r>
            <a:br/>
            <a:r>
              <a:t>天庭82 眉65 眼91 鼻73 口78</a:t>
            </a:r>
            <a:br/>
            <a:r>
              <a:t>幸運物: 水晶手鍊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299448" y="357530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299448" y="3685032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354312" y="372160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D700"/>
                </a:solidFill>
              </a:defRPr>
            </a:pPr>
            <a:r>
              <a:t>有什麼想問的嗎？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226296" y="548640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9281160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281160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🍖 餵食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281160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085832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085832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🎾 玩耍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085832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890504" y="552297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890504" y="554126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🧘 冥想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890504" y="564184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281160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281160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085832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085832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0890504" y="579729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890504" y="582472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1752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</a:defRPr>
            </a:pPr>
            <a:r>
              <a:t>→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98932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</a:defRPr>
            </a:pPr>
            <a:r>
              <a:t>→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96112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</a:defRPr>
            </a:pPr>
            <a:r>
              <a:t>→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9999AA"/>
                </a:solidFill>
              </a:defRPr>
            </a:pPr>
            <a:r>
              <a:t>注意: Panel 在分析完成後自動消失，PetAvatar 恢復正常浮動，結果以靈寵對話氣泡呈現。使用者從頭到尾都在主畫面。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靈心 🌍 完整流程 — 靈寵感應地靈之氣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① 觸發  羅盤+GPS 面板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572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② 分析中  靈寵感應中...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572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③ 結果  靈寵告訴你風水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2" name="Oval 11"/>
          <p:cNvSpPr/>
          <p:nvPr/>
        </p:nvSpPr>
        <p:spPr>
          <a:xfrm>
            <a:off x="1682496" y="1362456"/>
            <a:ext cx="658368" cy="658368"/>
          </a:xfrm>
          <a:prstGeom prst="ellipse">
            <a:avLst/>
          </a:prstGeom>
          <a:solidFill>
            <a:srgbClr val="0A2E14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736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708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" y="129844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166420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02996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166420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2157984"/>
            <a:ext cx="2414016" cy="192024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194560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4ADE80"/>
                </a:solidFill>
              </a:defRPr>
            </a:pPr>
            <a:r>
              <a:t>● GPS: 台北市 25°N 121°E</a:t>
            </a:r>
          </a:p>
        </p:txBody>
      </p:sp>
      <p:sp>
        <p:nvSpPr>
          <p:cNvPr id="21" name="Oval 20"/>
          <p:cNvSpPr/>
          <p:nvPr/>
        </p:nvSpPr>
        <p:spPr>
          <a:xfrm>
            <a:off x="1645920" y="2615184"/>
            <a:ext cx="731520" cy="731520"/>
          </a:xfrm>
          <a:prstGeom prst="ellipse">
            <a:avLst/>
          </a:prstGeom>
          <a:solidFill>
            <a:srgbClr val="15201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2642616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</a:defRPr>
            </a:pPr>
            <a:r>
              <a:t>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322783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FFD700"/>
                </a:solidFill>
              </a:defRPr>
            </a:pPr>
            <a:r>
              <a:t>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2935224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FFD700"/>
                </a:solidFill>
              </a:defRPr>
            </a:pPr>
            <a:r>
              <a:t>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2935224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</a:defRPr>
            </a:pPr>
            <a:r>
              <a:t>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28895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</a:defRPr>
            </a:pPr>
            <a:r>
              <a:t>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438144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>
                <a:solidFill>
                  <a:srgbClr val="FFD700"/>
                </a:solidFill>
              </a:defRPr>
            </a:pPr>
            <a:r>
              <a:t>吉: 東南 西 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438144"/>
            <a:ext cx="9144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EF4444"/>
                </a:solidFill>
              </a:defRPr>
            </a:pPr>
            <a:r>
              <a:t>凶: 西北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3621024"/>
            <a:ext cx="2011680" cy="201168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6393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4ADE80"/>
                </a:solidFill>
              </a:defRPr>
            </a:pPr>
            <a:r>
              <a:t>🧭 分析此地風水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3877056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4ADE80"/>
                </a:solidFill>
              </a:defRPr>
            </a:pPr>
            <a:r>
              <a:t>🦌 我感受到這裡的氣場...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4123944"/>
            <a:ext cx="2450592" cy="1453896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178808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4288536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325112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4ADE80"/>
                </a:solidFill>
              </a:defRPr>
            </a:pPr>
            <a:r>
              <a:t>讓我感應這個地方的靈氣～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2763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763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763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3230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3230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3230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👁 靈眼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2763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2763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3230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3230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0001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3659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3659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57" name="Oval 56"/>
          <p:cNvSpPr/>
          <p:nvPr/>
        </p:nvSpPr>
        <p:spPr>
          <a:xfrm>
            <a:off x="5614416" y="1362456"/>
            <a:ext cx="658368" cy="658368"/>
          </a:xfrm>
          <a:prstGeom prst="ellipse">
            <a:avLst/>
          </a:prstGeom>
          <a:solidFill>
            <a:srgbClr val="0A2E14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66928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7900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88736" y="129844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54496" y="166420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88736" y="202996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22976" y="166420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W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36592" y="2157984"/>
            <a:ext cx="2414016" cy="64008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91456" y="2212848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4ADE80"/>
                </a:solidFill>
              </a:defRPr>
            </a:pPr>
            <a:r>
              <a:t>🦌 正在感應這片土地...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28032" y="2414016"/>
            <a:ext cx="2194560" cy="9144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828032" y="2414016"/>
            <a:ext cx="1097280" cy="91440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91456" y="256946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9999AA"/>
                </a:solidFill>
              </a:defRPr>
            </a:pPr>
            <a:r>
              <a:t>讀取地理能量中...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18304" y="2843784"/>
            <a:ext cx="2450592" cy="2734056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73168" y="2898648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73168" y="3008376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28032" y="3044952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4ADE80"/>
                </a:solidFill>
              </a:defRPr>
            </a:pPr>
            <a:r>
              <a:t>嗯...這裡的東南方有股旺氣...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001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75488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8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55955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5955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955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6422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6422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6422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5488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👁 靈眼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55955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955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6422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6422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59536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3193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6851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6851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6696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94" name="Oval 93"/>
          <p:cNvSpPr/>
          <p:nvPr/>
        </p:nvSpPr>
        <p:spPr>
          <a:xfrm>
            <a:off x="960120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55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1092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26880" y="201168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小鹿靈  ★★☆☆☆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509760" y="2167128"/>
            <a:ext cx="731520" cy="4572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509760" y="2167128"/>
            <a:ext cx="438912" cy="45720"/>
          </a:xfrm>
          <a:prstGeom prst="roundRect">
            <a:avLst>
              <a:gd name="adj" fmla="val 5000"/>
            </a:avLst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650224" y="2331720"/>
            <a:ext cx="2450592" cy="324612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05088" y="238658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705088" y="2496312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759952" y="253288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4ADE80"/>
                </a:solidFill>
              </a:defRPr>
            </a:pPr>
            <a:r>
              <a:t>嗯...這裡的東南方有旺氣...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05088" y="2862072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705088" y="297180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59952" y="3008376"/>
            <a:ext cx="217627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主人，這個地方整體氣場不錯！</a:t>
            </a:r>
            <a:br/>
            <a:r>
              <a:t>東南方生氣旺盛，適合工作。</a:t>
            </a:r>
            <a:br/>
            <a:r>
              <a:t>建議座位朝東南方。</a:t>
            </a:r>
            <a:br/>
            <a:br/>
            <a:r>
              <a:t>[九宮格] 吉: 東南 西 東</a:t>
            </a:r>
            <a:br/>
            <a:r>
              <a:t>避開西北方，有煞氣。</a:t>
            </a:r>
            <a:br/>
            <a:br/>
            <a:r>
              <a:t>風水小貼士:</a:t>
            </a:r>
            <a:br/>
            <a:r>
              <a:t>桌上放盆綠色植物可以聚氣喔～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63193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68680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8680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🍖 餵食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49147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49147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🎾 玩耍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49147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29614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29614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🧘 冥想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9614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68680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68680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49147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49147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29614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29614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ADE80"/>
                </a:solidFill>
              </a:defRPr>
            </a:pPr>
            <a:r>
              <a:t>→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8096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ADE80"/>
                </a:solidFill>
              </a:defRPr>
            </a:pPr>
            <a:r>
              <a:t>→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" y="61264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9999AA"/>
                </a:solidFill>
              </a:defRPr>
            </a:pPr>
            <a:r>
              <a:t>GPS + 羅盤 + 奇門遁甲計算全在 FeaturePanel 中完成。結果由靈寵以對話口吻告訴使用者，嵌入九宮格+方位資訊。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</a:defRPr>
            </a:pPr>
            <a:r>
              <a:t>靈魂 🏮 完整流程 — 靈寵為你通靈問卦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① 選擇類別  問什麼問題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572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② 搖卦中  靈寵通靈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572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AA"/>
                </a:solidFill>
              </a:defRPr>
            </a:pPr>
            <a:r>
              <a:t>③ 結果  靈寵解卦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2" name="Oval 11"/>
          <p:cNvSpPr/>
          <p:nvPr/>
        </p:nvSpPr>
        <p:spPr>
          <a:xfrm>
            <a:off x="1682496" y="1362456"/>
            <a:ext cx="658368" cy="658368"/>
          </a:xfrm>
          <a:prstGeom prst="ellipse">
            <a:avLst/>
          </a:prstGeom>
          <a:solidFill>
            <a:srgbClr val="1E0A3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736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708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" y="129844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5447" y="1405577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2576" y="166420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5447" y="1922839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202996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8185" y="1922839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166420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8185" y="1405577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2157984"/>
            <a:ext cx="2414016" cy="150876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2212848"/>
            <a:ext cx="384048" cy="347472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2311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39572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A78BFA"/>
                </a:solidFill>
              </a:defRPr>
            </a:pPr>
            <a:r>
              <a:t>事業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2212848"/>
            <a:ext cx="384048" cy="347472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22311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❤️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239572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感情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19072" y="2212848"/>
            <a:ext cx="384048" cy="347472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19072" y="22311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9072" y="239572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家庭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57984" y="2212848"/>
            <a:ext cx="384048" cy="347472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57984" y="22311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239572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健康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96896" y="2212848"/>
            <a:ext cx="384048" cy="347472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96896" y="22311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239572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學業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" y="2633472"/>
            <a:ext cx="2267712" cy="274320"/>
          </a:xfrm>
          <a:prstGeom prst="roundRect">
            <a:avLst>
              <a:gd name="adj" fmla="val 5000"/>
            </a:avLst>
          </a:prstGeom>
          <a:solidFill>
            <a:srgbClr val="18122E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267004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輸入問題 (選填)...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" y="2999232"/>
            <a:ext cx="2011680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30175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A78BFA"/>
                </a:solidFill>
              </a:defRPr>
            </a:pPr>
            <a:r>
              <a:t>🏮 起卦問靈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330098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78BFA"/>
                </a:solidFill>
              </a:defRPr>
            </a:pPr>
            <a:r>
              <a:t>🦌 心誠則靈，想好問題了嗎？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" y="3712464"/>
            <a:ext cx="2450592" cy="1865376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3767328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" y="3877056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3913632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78BFA"/>
                </a:solidFill>
              </a:defRPr>
            </a:pPr>
            <a:r>
              <a:t>主人想問什麼呢？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296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2763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763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3230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230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3230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👁 靈眼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62763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2763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3230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3230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66344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0001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3659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3659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69" name="Oval 68"/>
          <p:cNvSpPr/>
          <p:nvPr/>
        </p:nvSpPr>
        <p:spPr>
          <a:xfrm>
            <a:off x="5614416" y="1362456"/>
            <a:ext cx="658368" cy="658368"/>
          </a:xfrm>
          <a:prstGeom prst="ellipse">
            <a:avLst/>
          </a:prstGeom>
          <a:solidFill>
            <a:srgbClr val="1E0A3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66928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7900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8736" y="129844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7367" y="1405577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54496" y="166420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7367" y="1922839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88736" y="202996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☵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0105" y="1922839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22976" y="166420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30105" y="1405577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☱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736592" y="2157984"/>
            <a:ext cx="2414016" cy="1005840"/>
          </a:xfrm>
          <a:prstGeom prst="roundRect">
            <a:avLst>
              <a:gd name="adj" fmla="val 5000"/>
            </a:avLst>
          </a:prstGeom>
          <a:solidFill>
            <a:srgbClr val="221A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91456" y="22311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☰ ☷ ☳ ☴ ☵ ☲ ☶ 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91456" y="2523744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78BFA"/>
                </a:solidFill>
              </a:defRPr>
            </a:pPr>
            <a:r>
              <a:t>卦象凝聚中...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91456" y="2706624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🦌 正在為主人通靈...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91456" y="288950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666677"/>
                </a:solidFill>
              </a:defRPr>
            </a:pPr>
            <a:r>
              <a:t>搖卦中 + 震動反饋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718304" y="3209544"/>
            <a:ext cx="2450592" cy="2368296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73168" y="3264408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73168" y="3374136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28032" y="3410712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78BFA"/>
                </a:solidFill>
              </a:defRPr>
            </a:pPr>
            <a:r>
              <a:t>感應到了...卦象正在成形...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0001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75488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5488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55955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955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5955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6422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6422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6422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75488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5488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👁 靈眼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55955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5955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36422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6422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9536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63193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66851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6851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96696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10" name="Oval 109"/>
          <p:cNvSpPr/>
          <p:nvPr/>
        </p:nvSpPr>
        <p:spPr>
          <a:xfrm>
            <a:off x="960120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55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71092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26880" y="201168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小鹿靈  ★★☆☆☆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509760" y="2167128"/>
            <a:ext cx="731520" cy="4572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9509760" y="2167128"/>
            <a:ext cx="438912" cy="45720"/>
          </a:xfrm>
          <a:prstGeom prst="roundRect">
            <a:avLst>
              <a:gd name="adj" fmla="val 5000"/>
            </a:avLst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650224" y="2331720"/>
            <a:ext cx="2450592" cy="324612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05088" y="238658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05088" y="2496312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59952" y="253288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78BFA"/>
                </a:solidFill>
              </a:defRPr>
            </a:pPr>
            <a:r>
              <a:t>感應到了...卦象成形了！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05088" y="2862072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05088" y="297180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759952" y="3008376"/>
            <a:ext cx="217627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FFFF"/>
                </a:solidFill>
              </a:defRPr>
            </a:pPr>
            <a:r>
              <a:t>主人，你的卦象是...</a:t>
            </a:r>
            <a:br/>
            <a:br/>
            <a:r>
              <a:t>☰ 第一卦 · 乾</a:t>
            </a:r>
            <a:br/>
            <a:r>
              <a:t>「元亨利貞」</a:t>
            </a:r>
            <a:br/>
            <a:br/>
            <a:r>
              <a:t>事業: 大吉</a:t>
            </a:r>
            <a:br/>
            <a:r>
              <a:t>天行健，君子以自強不息。</a:t>
            </a:r>
            <a:br/>
            <a:r>
              <a:t>近期是發展事業的好時機！</a:t>
            </a:r>
            <a:br/>
            <a:br/>
            <a:r>
              <a:t>上卦 乾  下卦 乾  五行 金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05088" y="3758184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" b="0">
                <a:solidFill>
                  <a:srgbClr val="666677"/>
                </a:solidFill>
              </a:defRPr>
            </a:pPr>
            <a:r>
              <a:t>🦌 小鹿靈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705088" y="3867912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2A2044"/>
          </a:solidFill>
          <a:ln w="12700">
            <a:solidFill>
              <a:srgbClr val="44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759952" y="390448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FFD700"/>
                </a:solidFill>
              </a:defRPr>
            </a:pPr>
            <a:r>
              <a:t>有什麼其他想問的嗎？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3193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868680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68680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🍖 餵食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49147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49147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🎾 玩耍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49147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029614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9614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🧘 冥想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29614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68680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68680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49147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49147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29614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9614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5760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</a:defRPr>
            </a:pPr>
            <a:r>
              <a:t>→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68096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</a:defRPr>
            </a:pPr>
            <a:r>
              <a:t>→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4320" y="61264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9999AA"/>
                </a:solidFill>
              </a:defRPr>
            </a:pPr>
            <a:r>
              <a:t>六十四卦計算在本地完成（不呼叫 API）。搖卦時靈寵帶動畫+震動。結果由靈寵以對話口吻「解卦」，嵌入卦象符號+解讀。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PetAvatar 特效 — 靈寵在「做事」的視覺回饋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使用者看到靈寵發光/旋轉，就知道「靈寵正在幫我做事」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正常 — 浮動呼吸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55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小鹿靈  ★★☆☆☆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167128"/>
            <a:ext cx="731520" cy="45720"/>
          </a:xfrm>
          <a:prstGeom prst="roundRect">
            <a:avLst>
              <a:gd name="adj" fmla="val 5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2167128"/>
            <a:ext cx="438912" cy="45720"/>
          </a:xfrm>
          <a:prstGeom prst="roundRect">
            <a:avLst>
              <a:gd name="adj" fmla="val 5000"/>
            </a:avLst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9999AA"/>
                </a:solidFill>
              </a:defRPr>
            </a:pPr>
            <a:r>
              <a:t>浮動動畫</a:t>
            </a:r>
          </a:p>
          <a:p>
            <a:pPr algn="ctr">
              <a:spcAft>
                <a:spcPts val="200"/>
              </a:spcAft>
              <a:defRPr sz="700" b="0">
                <a:solidFill>
                  <a:srgbClr val="666677"/>
                </a:solidFill>
              </a:defRPr>
            </a:pPr>
            <a:r>
              <a:t>Y 軸 0 ~ -6px</a:t>
            </a:r>
          </a:p>
          <a:p>
            <a:pPr algn="ctr">
              <a:spcAft>
                <a:spcPts val="200"/>
              </a:spcAft>
              <a:defRPr sz="700" b="0">
                <a:solidFill>
                  <a:srgbClr val="666677"/>
                </a:solidFill>
              </a:defRPr>
            </a:pPr>
            <a:r>
              <a:t>sin 曲線 1500ms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666677"/>
                </a:solidFill>
              </a:defRPr>
            </a:pPr>
            <a:r>
              <a:t>金色半透明邊框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🍖 餵食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6187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🎾 玩耍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6654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6654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🧘 冥想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654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187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6654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6654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685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靈眼 — 金色脈衝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8269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927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927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39" name="Oval 38"/>
          <p:cNvSpPr/>
          <p:nvPr/>
        </p:nvSpPr>
        <p:spPr>
          <a:xfrm>
            <a:off x="4197096" y="1362456"/>
            <a:ext cx="658368" cy="658368"/>
          </a:xfrm>
          <a:prstGeom prst="ellipse">
            <a:avLst/>
          </a:prstGeom>
          <a:solidFill>
            <a:srgbClr val="33280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5196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125272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2232" y="155448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1527048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18745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1856232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FFC107"/>
                </a:solidFill>
              </a:defRPr>
            </a:pPr>
            <a:r>
              <a:t>靈眼特效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金色脈衝邊框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666677"/>
                </a:solidFill>
              </a:defRPr>
            </a:pPr>
            <a:r>
              <a:t>(borderColor 呼吸動畫)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上方 👁 符號浮現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666677"/>
                </a:solidFill>
              </a:defRPr>
            </a:pPr>
            <a:r>
              <a:t>(fadeIn + float)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金色 ✨ 微光環繞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8269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33756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4223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4223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223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4690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4690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690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3756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FC107"/>
                </a:solidFill>
              </a:defRPr>
            </a:pPr>
            <a:r>
              <a:t>👁 靈眼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4223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4223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4690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4690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685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靈心 — 綠色羅盤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6305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963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963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70" name="Oval 69"/>
          <p:cNvSpPr/>
          <p:nvPr/>
        </p:nvSpPr>
        <p:spPr>
          <a:xfrm>
            <a:off x="7077456" y="1362456"/>
            <a:ext cx="658368" cy="658368"/>
          </a:xfrm>
          <a:prstGeom prst="ellipse">
            <a:avLst/>
          </a:prstGeom>
          <a:solidFill>
            <a:srgbClr val="0A2E14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3232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4204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51776" y="129844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17536" y="166420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51776" y="202996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86016" y="166420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4ADE80"/>
                </a:solidFill>
              </a:defRPr>
            </a:pPr>
            <a:r>
              <a:t>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4ADE80"/>
                </a:solidFill>
              </a:defRPr>
            </a:pPr>
            <a:r>
              <a:t>靈心特效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綠色能量光暈邊框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666677"/>
                </a:solidFill>
              </a:defRPr>
            </a:pPr>
            <a:r>
              <a:t>(borderColor 呼吸)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方位符號旋轉環繞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666677"/>
                </a:solidFill>
              </a:defRPr>
            </a:pPr>
            <a:r>
              <a:t>(rotate loop 8s)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8 方位 N/E/S/W 標示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6305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21792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02259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2259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2259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2726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2726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726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792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👁 靈眼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02259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2259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4ADE80"/>
                </a:solidFill>
              </a:defRPr>
            </a:pPr>
            <a:r>
              <a:t>🌍 靈心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2726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2726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🏮 靈魂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06840" y="1005840"/>
            <a:ext cx="2560320" cy="5303520"/>
          </a:xfrm>
          <a:prstGeom prst="roundRect">
            <a:avLst>
              <a:gd name="adj" fmla="val 6000"/>
            </a:avLst>
          </a:prstGeom>
          <a:solidFill>
            <a:srgbClr val="0F0B1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06840" y="685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靈魂 — 紫色八卦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43416" y="1042416"/>
            <a:ext cx="2487168" cy="320040"/>
          </a:xfrm>
          <a:prstGeom prst="rect">
            <a:avLst/>
          </a:prstGeom>
          <a:solidFill>
            <a:srgbClr val="14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79992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</a:defRPr>
            </a:pPr>
            <a:r>
              <a:t>LingXi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79992" y="11887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66677"/>
                </a:solidFill>
              </a:defRPr>
            </a:pPr>
            <a:r>
              <a:t>二月初四 卯時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78440" y="106070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9999AA"/>
                </a:solidFill>
              </a:defRPr>
            </a:pPr>
            <a:r>
              <a:t>Lv.3 小鹿靈 · 木</a:t>
            </a:r>
          </a:p>
        </p:txBody>
      </p:sp>
      <p:sp>
        <p:nvSpPr>
          <p:cNvPr id="100" name="Oval 99"/>
          <p:cNvSpPr/>
          <p:nvPr/>
        </p:nvSpPr>
        <p:spPr>
          <a:xfrm>
            <a:off x="9957816" y="1362456"/>
            <a:ext cx="658368" cy="658368"/>
          </a:xfrm>
          <a:prstGeom prst="ellipse">
            <a:avLst/>
          </a:prstGeom>
          <a:solidFill>
            <a:srgbClr val="1E0A3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12680" y="1417320"/>
            <a:ext cx="548640" cy="548640"/>
          </a:xfrm>
          <a:prstGeom prst="ellipse">
            <a:avLst/>
          </a:prstGeom>
          <a:solidFill>
            <a:srgbClr val="1A14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122408" y="1508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32136" y="129844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90767" y="1405577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☷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97896" y="166420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☳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90767" y="1922839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32136" y="202996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☵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73505" y="1922839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☲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66376" y="1664208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☶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73505" y="1405577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☱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9828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A78BFA"/>
                </a:solidFill>
              </a:defRPr>
            </a:pPr>
            <a:r>
              <a:t>靈魂特效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紫色神秘光暈邊框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666677"/>
                </a:solidFill>
              </a:defRPr>
            </a:pPr>
            <a:r>
              <a:t>(borderColor 呼吸)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八卦符號旋轉環繞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666677"/>
                </a:solidFill>
              </a:defRPr>
            </a:pPr>
            <a:r>
              <a:t>(rotate loop 6s)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</a:defRPr>
            </a:pPr>
            <a:r>
              <a:t>搖卦時加速 + 震動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43416" y="5669280"/>
            <a:ext cx="2487168" cy="594360"/>
          </a:xfrm>
          <a:prstGeom prst="rect">
            <a:avLst/>
          </a:prstGeom>
          <a:solidFill>
            <a:srgbClr val="16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9098280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098280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🍖 餵食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98280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+50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02952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02952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🎾 玩耍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902952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+30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707624" y="5705856"/>
            <a:ext cx="694944" cy="237744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07624" y="57241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999AA"/>
                </a:solidFill>
              </a:defRPr>
            </a:pPr>
            <a:r>
              <a:t>🧘 冥想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707624" y="5824728"/>
            <a:ext cx="69494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" b="0">
                <a:solidFill>
                  <a:srgbClr val="666677"/>
                </a:solidFill>
              </a:defRPr>
            </a:pPr>
            <a:r>
              <a:t>+20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098280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098280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👁 靈眼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902952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02952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66677"/>
                </a:solidFill>
              </a:defRPr>
            </a:pPr>
            <a:r>
              <a:t>🌍 靈心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707624" y="5980176"/>
            <a:ext cx="694944" cy="219456"/>
          </a:xfrm>
          <a:prstGeom prst="roundRect">
            <a:avLst>
              <a:gd name="adj" fmla="val 5000"/>
            </a:avLst>
          </a:prstGeom>
          <a:solidFill>
            <a:srgbClr val="2D1F5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707624" y="600760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</a:defRPr>
            </a:pPr>
            <a:r>
              <a:t>🏮 靈魂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架構變更 + 資訊流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140E2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EF4444"/>
                </a:solidFill>
              </a:defRPr>
            </a:pPr>
            <a:r>
              <a:t>BEFORE — 全螢幕 Modal 覆蓋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使用者 → 點靈眼 → 全螢幕 Modal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999AA"/>
                </a:solidFill>
              </a:defRPr>
            </a:pPr>
            <a:r>
              <a:t>        → 看到相機（看不到靈寵）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999AA"/>
                </a:solidFill>
              </a:defRPr>
            </a:pPr>
            <a:r>
              <a:t>        → 看到結果頁（看不到靈寵）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999AA"/>
                </a:solidFill>
              </a:defRPr>
            </a:pPr>
            <a:r>
              <a:t>        → 點關閉 → 回到主畫面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999AA"/>
                </a:solidFill>
              </a:defRPr>
            </a:pPr>
            <a:r>
              <a:t>        → 結果以氣泡出現在 chat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1000" b="1">
                <a:solidFill>
                  <a:srgbClr val="EF4444"/>
                </a:solidFill>
              </a:defRPr>
            </a:pPr>
            <a:r>
              <a:t>問題: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離開主畫面後，靈寵消失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結果在 Modal 裡看一次，回 chat 又看一次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靈寵只是「背景角色」，沒有主導感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資訊流: 功能→結果頁→關閉→chat (斷裂)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6400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140E28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7315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4ADE80"/>
                </a:solidFill>
              </a:defRPr>
            </a:pPr>
            <a:r>
              <a:t>AFTER — 靈寵 = 唯一介面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使用者 → 點靈眼 → 靈寵眼睛發光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DE80"/>
                </a:solidFill>
              </a:defRPr>
            </a:pPr>
            <a:r>
              <a:t>        → 小面板出現「拍照」按鈕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DE80"/>
                </a:solidFill>
              </a:defRPr>
            </a:pPr>
            <a:r>
              <a:t>        → 拍完 → 靈寵開始解讀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DE80"/>
                </a:solidFill>
              </a:defRPr>
            </a:pPr>
            <a:r>
              <a:t>        → 結果由靈寵「說出來」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DE80"/>
                </a:solidFill>
              </a:defRPr>
            </a:pPr>
            <a:r>
              <a:t>        → 自動加入 chat 氣泡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1000" b="1">
                <a:solidFill>
                  <a:srgbClr val="4ADE80"/>
                </a:solidFill>
              </a:defRPr>
            </a:pPr>
            <a:r>
              <a:t>改善: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靈寵全程可見，是「做事的人」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使用者始終在主畫面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靈寵是通靈者，所有結果透過牠傳達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  資訊流: 觸發→靈寵動畫→chat 氣泡 (連續)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40480"/>
            <a:ext cx="11612880" cy="2743200"/>
          </a:xfrm>
          <a:prstGeom prst="roundRect">
            <a:avLst>
              <a:gd name="adj" fmla="val 5000"/>
            </a:avLst>
          </a:prstGeom>
          <a:solidFill>
            <a:srgbClr val="140E2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資訊流 (After)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1554480" cy="64008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622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使用者</a:t>
            </a:r>
            <a:br/>
            <a:r>
              <a:t>點 ActionBar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45537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4389120"/>
            <a:ext cx="1554480" cy="64008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44622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C107"/>
                </a:solidFill>
              </a:defRPr>
            </a:pPr>
            <a:r>
              <a:t>PetAvatar</a:t>
            </a:r>
            <a:br/>
            <a:r>
              <a:t>特效啟動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45537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389120"/>
            <a:ext cx="1554480" cy="64008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44622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ADE80"/>
                </a:solidFill>
              </a:defRPr>
            </a:pPr>
            <a:r>
              <a:t>FeaturePanel</a:t>
            </a:r>
            <a:br/>
            <a:r>
              <a:t>(輕量互動)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45537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389120"/>
            <a:ext cx="1554480" cy="64008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 w="1270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4622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999AA"/>
                </a:solidFill>
              </a:defRPr>
            </a:pPr>
            <a:r>
              <a:t>API / 計算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45537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389120"/>
            <a:ext cx="1554480" cy="64008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4622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4B4FF"/>
                </a:solidFill>
              </a:defRPr>
            </a:pPr>
            <a:r>
              <a:t>靈寵邊做</a:t>
            </a:r>
            <a:br/>
            <a:r>
              <a:t>邊說對白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45537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389120"/>
            <a:ext cx="1554480" cy="640080"/>
          </a:xfrm>
          <a:prstGeom prst="roundRect">
            <a:avLst>
              <a:gd name="adj" fmla="val 5000"/>
            </a:avLst>
          </a:prstGeom>
          <a:solidFill>
            <a:srgbClr val="1E1733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44622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結果 = 靈寵</a:t>
            </a:r>
            <a:br/>
            <a:r>
              <a:t>的 chat 氣泡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4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200"/>
              </a:spcAft>
              <a:defRPr sz="1100" b="1">
                <a:solidFill>
                  <a:srgbClr val="FFD700"/>
                </a:solidFill>
              </a:defRPr>
            </a:pPr>
            <a:r>
              <a:t>重點: 沒有「結果頁面」這個概念。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分析完成 → FeaturePanel 自動消失 → PetAvatar 回歸正常 → 結果以靈寵對話氣泡出現在 PetChat。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9999AA"/>
                </a:solidFill>
              </a:defRPr>
            </a:pPr>
            <a:r>
              <a:t>靈寵在分析過程中會「邊做邊說」(中間對白)，讓使用者感受到靈寵正在工作。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實作計畫：檔案修改清單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864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變更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pet.tsx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移除 showEye/showHeart/showPearl → activeFeature: 'eye'|'heart'|'pearl'|null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6187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移除 3 個 &lt;Modal&gt; 包裝的 Feature 元件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9961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新增 &lt;FeaturePanel&gt; 嵌入 PetAvatar 與 PetChat 之間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傳 activeFeature prop 給 PetAvatar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PetAvatar.tsx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1284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新增 activeFeature prop + 三種動畫特效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5059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金色脈衝(eye) / 綠色羅盤旋轉(heart) / 紫色八卦旋轉(pearl)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8833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Animated API: 脈衝邊框 + 旋轉符號 + 光暈呼吸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638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</a:defRPr>
            </a:pPr>
            <a:r>
              <a:t>FeaturePanel.tsx (新)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6382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</a:defRPr>
            </a:pPr>
            <a:r>
              <a:t>整合三功能的內嵌互動面板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0156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EyePanel: 拍照按鈕 → 小相機彈窗 → 分析進度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3931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HeartPanel: GPS + 迷你羅盤 + 分析按鈕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770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</a:defRPr>
            </a:pPr>
            <a:r>
              <a:t>PearlPanel: 類別選擇 + 問題輸入 + 搖卦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148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</a:defRPr>
            </a:pPr>
            <a:r>
              <a:t>所有結果 → onResult callback → addMessage (chat 氣泡)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90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PetEyeMode.tsx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902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保留 API 呼叫 + 進度邏輯；移除全螢幕 UI + 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28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PetHeartMode.tsx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82803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保留 GPS/磁力計/奇門遁甲邏輯；移除全螢幕 UI + Modal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657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PetPearlMode.tsx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06577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保留占卜引擎邏輯；移除全螢幕 UI + Modal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